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8" r:id="rId11"/>
    <p:sldId id="269" r:id="rId12"/>
    <p:sldId id="267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DCD4"/>
    <a:srgbClr val="00B7A8"/>
    <a:srgbClr val="C796DA"/>
    <a:srgbClr val="8CC8E8"/>
    <a:srgbClr val="E9F6FD"/>
    <a:srgbClr val="D7E2E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528359-D7CC-414A-B4C7-DFA26467F2F6}" v="147" dt="2026-10-15T20:41:00.3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na Orlaineta, Jonathan" userId="0b6f75f8-87a1-4c99-bd02-7008807dd205" providerId="ADAL" clId="{F7D5DD3D-33E4-459E-B0D9-42503C5C48E6}"/>
    <pc:docChg chg="undo custSel addSld delSld modSld sldOrd">
      <pc:chgData name="Pina Orlaineta, Jonathan" userId="0b6f75f8-87a1-4c99-bd02-7008807dd205" providerId="ADAL" clId="{F7D5DD3D-33E4-459E-B0D9-42503C5C48E6}" dt="2026-10-16T15:12:28.378" v="5169" actId="14100"/>
      <pc:docMkLst>
        <pc:docMk/>
      </pc:docMkLst>
      <pc:sldChg chg="modSp mod">
        <pc:chgData name="Pina Orlaineta, Jonathan" userId="0b6f75f8-87a1-4c99-bd02-7008807dd205" providerId="ADAL" clId="{F7D5DD3D-33E4-459E-B0D9-42503C5C48E6}" dt="2026-10-15T18:46:06.439" v="3290" actId="1036"/>
        <pc:sldMkLst>
          <pc:docMk/>
          <pc:sldMk cId="0" sldId="256"/>
        </pc:sldMkLst>
        <pc:spChg chg="mod">
          <ac:chgData name="Pina Orlaineta, Jonathan" userId="0b6f75f8-87a1-4c99-bd02-7008807dd205" providerId="ADAL" clId="{F7D5DD3D-33E4-459E-B0D9-42503C5C48E6}" dt="2026-10-15T18:43:06.933" v="3154" actId="123"/>
          <ac:spMkLst>
            <pc:docMk/>
            <pc:sldMk cId="0" sldId="256"/>
            <ac:spMk id="8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2:33.732" v="3153" actId="20578"/>
          <ac:spMkLst>
            <pc:docMk/>
            <pc:sldMk cId="0" sldId="256"/>
            <ac:spMk id="9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0:07.837" v="2995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0:07.837" v="2995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0:07.837" v="2995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0:07.837" v="2995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0:07.837" v="2995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0:07.837" v="2995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0:07.837" v="2995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0:07.837" v="2995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0:07.837" v="2995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6:06.439" v="3290" actId="1036"/>
          <ac:spMkLst>
            <pc:docMk/>
            <pc:sldMk cId="0" sldId="256"/>
            <ac:spMk id="20" creationId="{00000000-0000-0000-0000-000000000000}"/>
          </ac:spMkLst>
        </pc:spChg>
      </pc:sldChg>
      <pc:sldChg chg="modSp">
        <pc:chgData name="Pina Orlaineta, Jonathan" userId="0b6f75f8-87a1-4c99-bd02-7008807dd205" providerId="ADAL" clId="{F7D5DD3D-33E4-459E-B0D9-42503C5C48E6}" dt="2026-10-15T18:32:12.908" v="2562" actId="113"/>
        <pc:sldMkLst>
          <pc:docMk/>
          <pc:sldMk cId="0" sldId="257"/>
        </pc:sldMkLst>
        <pc:spChg chg="mod">
          <ac:chgData name="Pina Orlaineta, Jonathan" userId="0b6f75f8-87a1-4c99-bd02-7008807dd205" providerId="ADAL" clId="{F7D5DD3D-33E4-459E-B0D9-42503C5C48E6}" dt="2026-10-15T18:32:08.869" v="2560" actId="113"/>
          <ac:spMkLst>
            <pc:docMk/>
            <pc:sldMk cId="0" sldId="257"/>
            <ac:spMk id="2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32:11.117" v="2561" actId="113"/>
          <ac:spMkLst>
            <pc:docMk/>
            <pc:sldMk cId="0" sldId="257"/>
            <ac:spMk id="26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32:12.908" v="2562" actId="113"/>
          <ac:spMkLst>
            <pc:docMk/>
            <pc:sldMk cId="0" sldId="257"/>
            <ac:spMk id="28" creationId="{00000000-0000-0000-0000-000000000000}"/>
          </ac:spMkLst>
        </pc:spChg>
      </pc:sldChg>
      <pc:sldChg chg="addSp delSp modSp mod">
        <pc:chgData name="Pina Orlaineta, Jonathan" userId="0b6f75f8-87a1-4c99-bd02-7008807dd205" providerId="ADAL" clId="{F7D5DD3D-33E4-459E-B0D9-42503C5C48E6}" dt="2026-10-15T20:42:04.637" v="5133" actId="1076"/>
        <pc:sldMkLst>
          <pc:docMk/>
          <pc:sldMk cId="0" sldId="258"/>
        </pc:sldMkLst>
        <pc:spChg chg="mod">
          <ac:chgData name="Pina Orlaineta, Jonathan" userId="0b6f75f8-87a1-4c99-bd02-7008807dd205" providerId="ADAL" clId="{F7D5DD3D-33E4-459E-B0D9-42503C5C48E6}" dt="2026-10-15T20:41:46.273" v="5129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6:06:51.130" v="187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1:46.273" v="5129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1:46.273" v="5129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1:46.273" v="5129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1:46.273" v="5129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0:21.748" v="5118" actId="114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23:03.716" v="2244" actId="2763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27:05.832" v="2325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1:46.273" v="5129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1:46.273" v="5129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0:37.543" v="5125" actId="2057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1:46.273" v="5129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15:46.640" v="2154" actId="2057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16:21.534" v="2207" actId="20577"/>
          <ac:spMkLst>
            <pc:docMk/>
            <pc:sldMk cId="0" sldId="258"/>
            <ac:spMk id="26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8:20:50.565" v="2211" actId="21"/>
          <ac:spMkLst>
            <pc:docMk/>
            <pc:sldMk cId="0" sldId="258"/>
            <ac:spMk id="27" creationId="{00000000-0000-0000-0000-000000000000}"/>
          </ac:spMkLst>
        </pc:spChg>
        <pc:spChg chg="del mod">
          <ac:chgData name="Pina Orlaineta, Jonathan" userId="0b6f75f8-87a1-4c99-bd02-7008807dd205" providerId="ADAL" clId="{F7D5DD3D-33E4-459E-B0D9-42503C5C48E6}" dt="2026-10-15T18:20:50.565" v="2211" actId="21"/>
          <ac:spMkLst>
            <pc:docMk/>
            <pc:sldMk cId="0" sldId="258"/>
            <ac:spMk id="28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8:20:50.565" v="2211" actId="21"/>
          <ac:spMkLst>
            <pc:docMk/>
            <pc:sldMk cId="0" sldId="258"/>
            <ac:spMk id="29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8:20:50.565" v="2211" actId="21"/>
          <ac:spMkLst>
            <pc:docMk/>
            <pc:sldMk cId="0" sldId="258"/>
            <ac:spMk id="30" creationId="{00000000-0000-0000-0000-000000000000}"/>
          </ac:spMkLst>
        </pc:spChg>
        <pc:spChg chg="del mod">
          <ac:chgData name="Pina Orlaineta, Jonathan" userId="0b6f75f8-87a1-4c99-bd02-7008807dd205" providerId="ADAL" clId="{F7D5DD3D-33E4-459E-B0D9-42503C5C48E6}" dt="2026-10-15T18:20:50.565" v="2211" actId="21"/>
          <ac:spMkLst>
            <pc:docMk/>
            <pc:sldMk cId="0" sldId="258"/>
            <ac:spMk id="31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8:20:50.565" v="2211" actId="21"/>
          <ac:spMkLst>
            <pc:docMk/>
            <pc:sldMk cId="0" sldId="258"/>
            <ac:spMk id="32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4:37.014" v="4519" actId="20577"/>
          <ac:spMkLst>
            <pc:docMk/>
            <pc:sldMk cId="0" sldId="258"/>
            <ac:spMk id="37" creationId="{00000000-0000-0000-0000-000000000000}"/>
          </ac:spMkLst>
        </pc:spChg>
        <pc:spChg chg="add mod">
          <ac:chgData name="Pina Orlaineta, Jonathan" userId="0b6f75f8-87a1-4c99-bd02-7008807dd205" providerId="ADAL" clId="{F7D5DD3D-33E4-459E-B0D9-42503C5C48E6}" dt="2026-10-15T18:21:06.065" v="2214" actId="1076"/>
          <ac:spMkLst>
            <pc:docMk/>
            <pc:sldMk cId="0" sldId="258"/>
            <ac:spMk id="40" creationId="{3E6CCFED-03D1-7787-DB36-ECE8BFA1D912}"/>
          </ac:spMkLst>
        </pc:spChg>
        <pc:spChg chg="add mod">
          <ac:chgData name="Pina Orlaineta, Jonathan" userId="0b6f75f8-87a1-4c99-bd02-7008807dd205" providerId="ADAL" clId="{F7D5DD3D-33E4-459E-B0D9-42503C5C48E6}" dt="2026-10-15T18:21:06.065" v="2214" actId="1076"/>
          <ac:spMkLst>
            <pc:docMk/>
            <pc:sldMk cId="0" sldId="258"/>
            <ac:spMk id="42" creationId="{E16B2D2D-52A1-37F5-A85C-E5A08B754FD5}"/>
          </ac:spMkLst>
        </pc:spChg>
        <pc:spChg chg="add mod">
          <ac:chgData name="Pina Orlaineta, Jonathan" userId="0b6f75f8-87a1-4c99-bd02-7008807dd205" providerId="ADAL" clId="{F7D5DD3D-33E4-459E-B0D9-42503C5C48E6}" dt="2026-10-15T18:28:48.693" v="2343"/>
          <ac:spMkLst>
            <pc:docMk/>
            <pc:sldMk cId="0" sldId="258"/>
            <ac:spMk id="44" creationId="{E56F4668-C8F5-D342-149F-BE8085D22C14}"/>
          </ac:spMkLst>
        </pc:spChg>
        <pc:spChg chg="add mod">
          <ac:chgData name="Pina Orlaineta, Jonathan" userId="0b6f75f8-87a1-4c99-bd02-7008807dd205" providerId="ADAL" clId="{F7D5DD3D-33E4-459E-B0D9-42503C5C48E6}" dt="2026-10-15T20:41:46.273" v="5129" actId="1076"/>
          <ac:spMkLst>
            <pc:docMk/>
            <pc:sldMk cId="0" sldId="258"/>
            <ac:spMk id="46" creationId="{09F244E6-420E-3E58-4C7C-439C6FE374B8}"/>
          </ac:spMkLst>
        </pc:spChg>
        <pc:spChg chg="add mod">
          <ac:chgData name="Pina Orlaineta, Jonathan" userId="0b6f75f8-87a1-4c99-bd02-7008807dd205" providerId="ADAL" clId="{F7D5DD3D-33E4-459E-B0D9-42503C5C48E6}" dt="2026-10-15T18:21:06.065" v="2214" actId="1076"/>
          <ac:spMkLst>
            <pc:docMk/>
            <pc:sldMk cId="0" sldId="258"/>
            <ac:spMk id="48" creationId="{697D9E44-2D44-1A8D-BBAE-94F1B286B1B0}"/>
          </ac:spMkLst>
        </pc:spChg>
        <pc:spChg chg="add mod">
          <ac:chgData name="Pina Orlaineta, Jonathan" userId="0b6f75f8-87a1-4c99-bd02-7008807dd205" providerId="ADAL" clId="{F7D5DD3D-33E4-459E-B0D9-42503C5C48E6}" dt="2026-10-15T20:41:46.273" v="5129" actId="1076"/>
          <ac:spMkLst>
            <pc:docMk/>
            <pc:sldMk cId="0" sldId="258"/>
            <ac:spMk id="50" creationId="{2F86A5C8-619A-593C-E034-A308DECBB2A8}"/>
          </ac:spMkLst>
        </pc:spChg>
        <pc:picChg chg="mod">
          <ac:chgData name="Pina Orlaineta, Jonathan" userId="0b6f75f8-87a1-4c99-bd02-7008807dd205" providerId="ADAL" clId="{F7D5DD3D-33E4-459E-B0D9-42503C5C48E6}" dt="2026-10-15T20:42:04.637" v="5133" actId="1076"/>
          <ac:picMkLst>
            <pc:docMk/>
            <pc:sldMk cId="0" sldId="258"/>
            <ac:picMk id="39" creationId="{1169AD50-0AC1-F65B-5DD4-752F484AF79A}"/>
          </ac:picMkLst>
        </pc:picChg>
        <pc:cxnChg chg="add mod">
          <ac:chgData name="Pina Orlaineta, Jonathan" userId="0b6f75f8-87a1-4c99-bd02-7008807dd205" providerId="ADAL" clId="{F7D5DD3D-33E4-459E-B0D9-42503C5C48E6}" dt="2026-10-15T18:19:59.591" v="2210" actId="14100"/>
          <ac:cxnSpMkLst>
            <pc:docMk/>
            <pc:sldMk cId="0" sldId="258"/>
            <ac:cxnSpMk id="34" creationId="{E425EC8A-56DA-ED0C-0879-4878EAC4BD9D}"/>
          </ac:cxnSpMkLst>
        </pc:cxnChg>
        <pc:cxnChg chg="add del mod">
          <ac:chgData name="Pina Orlaineta, Jonathan" userId="0b6f75f8-87a1-4c99-bd02-7008807dd205" providerId="ADAL" clId="{F7D5DD3D-33E4-459E-B0D9-42503C5C48E6}" dt="2026-10-15T18:21:23.818" v="2216" actId="11529"/>
          <ac:cxnSpMkLst>
            <pc:docMk/>
            <pc:sldMk cId="0" sldId="258"/>
            <ac:cxnSpMk id="52" creationId="{8D2B2387-4EF8-FCB3-F976-B1739EEFE2D2}"/>
          </ac:cxnSpMkLst>
        </pc:cxnChg>
        <pc:cxnChg chg="add mod">
          <ac:chgData name="Pina Orlaineta, Jonathan" userId="0b6f75f8-87a1-4c99-bd02-7008807dd205" providerId="ADAL" clId="{F7D5DD3D-33E4-459E-B0D9-42503C5C48E6}" dt="2026-10-15T18:26:05.711" v="2273" actId="1582"/>
          <ac:cxnSpMkLst>
            <pc:docMk/>
            <pc:sldMk cId="0" sldId="258"/>
            <ac:cxnSpMk id="54" creationId="{D1895345-41D3-30ED-E850-FBD08E735917}"/>
          </ac:cxnSpMkLst>
        </pc:cxnChg>
        <pc:cxnChg chg="add mod">
          <ac:chgData name="Pina Orlaineta, Jonathan" userId="0b6f75f8-87a1-4c99-bd02-7008807dd205" providerId="ADAL" clId="{F7D5DD3D-33E4-459E-B0D9-42503C5C48E6}" dt="2026-10-15T20:41:54.038" v="5130" actId="14100"/>
          <ac:cxnSpMkLst>
            <pc:docMk/>
            <pc:sldMk cId="0" sldId="258"/>
            <ac:cxnSpMk id="56" creationId="{BC1F782D-4446-1D11-9214-144E769802FA}"/>
          </ac:cxnSpMkLst>
        </pc:cxnChg>
        <pc:cxnChg chg="add mod">
          <ac:chgData name="Pina Orlaineta, Jonathan" userId="0b6f75f8-87a1-4c99-bd02-7008807dd205" providerId="ADAL" clId="{F7D5DD3D-33E4-459E-B0D9-42503C5C48E6}" dt="2026-10-15T18:25:59.749" v="2272" actId="1582"/>
          <ac:cxnSpMkLst>
            <pc:docMk/>
            <pc:sldMk cId="0" sldId="258"/>
            <ac:cxnSpMk id="58" creationId="{48C63D2D-DA63-ABE2-27D9-DEE359C6DA7E}"/>
          </ac:cxnSpMkLst>
        </pc:cxnChg>
      </pc:sldChg>
      <pc:sldChg chg="addSp delSp modSp mod">
        <pc:chgData name="Pina Orlaineta, Jonathan" userId="0b6f75f8-87a1-4c99-bd02-7008807dd205" providerId="ADAL" clId="{F7D5DD3D-33E4-459E-B0D9-42503C5C48E6}" dt="2026-10-15T18:45:58.269" v="3282" actId="1036"/>
        <pc:sldMkLst>
          <pc:docMk/>
          <pc:sldMk cId="0" sldId="259"/>
        </pc:sldMkLst>
        <pc:spChg chg="mod">
          <ac:chgData name="Pina Orlaineta, Jonathan" userId="0b6f75f8-87a1-4c99-bd02-7008807dd205" providerId="ADAL" clId="{F7D5DD3D-33E4-459E-B0D9-42503C5C48E6}" dt="2026-10-15T18:45:05.653" v="3208" actId="10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7:52:01.202" v="1870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7:51:03.104" v="1859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4:37.184" v="3167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4:42.933" v="3175" actId="10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4:00.381" v="3159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4:00.381" v="3159" actId="1076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Pina Orlaineta, Jonathan" userId="0b6f75f8-87a1-4c99-bd02-7008807dd205" providerId="ADAL" clId="{F7D5DD3D-33E4-459E-B0D9-42503C5C48E6}" dt="2026-10-15T18:43:34.441" v="3155" actId="21"/>
          <ac:spMkLst>
            <pc:docMk/>
            <pc:sldMk cId="0" sldId="259"/>
            <ac:spMk id="17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8:43:34.441" v="3155" actId="21"/>
          <ac:spMkLst>
            <pc:docMk/>
            <pc:sldMk cId="0" sldId="259"/>
            <ac:spMk id="18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8:43:34.441" v="3155" actId="21"/>
          <ac:spMkLst>
            <pc:docMk/>
            <pc:sldMk cId="0" sldId="259"/>
            <ac:spMk id="19" creationId="{00000000-0000-0000-0000-000000000000}"/>
          </ac:spMkLst>
        </pc:spChg>
        <pc:spChg chg="del mod">
          <ac:chgData name="Pina Orlaineta, Jonathan" userId="0b6f75f8-87a1-4c99-bd02-7008807dd205" providerId="ADAL" clId="{F7D5DD3D-33E4-459E-B0D9-42503C5C48E6}" dt="2026-10-15T18:43:34.441" v="3155" actId="21"/>
          <ac:spMkLst>
            <pc:docMk/>
            <pc:sldMk cId="0" sldId="259"/>
            <ac:spMk id="20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4:47.789" v="3181" actId="103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4:50.757" v="3187" actId="103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33:45.483" v="2564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8:45:58.269" v="3282" actId="1036"/>
          <ac:spMkLst>
            <pc:docMk/>
            <pc:sldMk cId="0" sldId="259"/>
            <ac:spMk id="26" creationId="{00000000-0000-0000-0000-000000000000}"/>
          </ac:spMkLst>
        </pc:spChg>
        <pc:spChg chg="add mod">
          <ac:chgData name="Pina Orlaineta, Jonathan" userId="0b6f75f8-87a1-4c99-bd02-7008807dd205" providerId="ADAL" clId="{F7D5DD3D-33E4-459E-B0D9-42503C5C48E6}" dt="2026-10-15T18:44:00.381" v="3159" actId="1076"/>
          <ac:spMkLst>
            <pc:docMk/>
            <pc:sldMk cId="0" sldId="259"/>
            <ac:spMk id="28" creationId="{E085477E-9F3D-47D1-CD50-113B0AC2E359}"/>
          </ac:spMkLst>
        </pc:spChg>
        <pc:spChg chg="add mod">
          <ac:chgData name="Pina Orlaineta, Jonathan" userId="0b6f75f8-87a1-4c99-bd02-7008807dd205" providerId="ADAL" clId="{F7D5DD3D-33E4-459E-B0D9-42503C5C48E6}" dt="2026-10-15T18:44:24.741" v="3165" actId="208"/>
          <ac:spMkLst>
            <pc:docMk/>
            <pc:sldMk cId="0" sldId="259"/>
            <ac:spMk id="30" creationId="{DBA8DE1F-C12F-8F91-3751-16E821054082}"/>
          </ac:spMkLst>
        </pc:spChg>
        <pc:spChg chg="add mod">
          <ac:chgData name="Pina Orlaineta, Jonathan" userId="0b6f75f8-87a1-4c99-bd02-7008807dd205" providerId="ADAL" clId="{F7D5DD3D-33E4-459E-B0D9-42503C5C48E6}" dt="2026-10-15T18:44:55.952" v="3193" actId="1036"/>
          <ac:spMkLst>
            <pc:docMk/>
            <pc:sldMk cId="0" sldId="259"/>
            <ac:spMk id="32" creationId="{8D72BA8A-9AB0-A3C9-A59A-CF04531422F5}"/>
          </ac:spMkLst>
        </pc:spChg>
        <pc:spChg chg="add mod">
          <ac:chgData name="Pina Orlaineta, Jonathan" userId="0b6f75f8-87a1-4c99-bd02-7008807dd205" providerId="ADAL" clId="{F7D5DD3D-33E4-459E-B0D9-42503C5C48E6}" dt="2026-10-15T18:44:59.776" v="3202" actId="1035"/>
          <ac:spMkLst>
            <pc:docMk/>
            <pc:sldMk cId="0" sldId="259"/>
            <ac:spMk id="34" creationId="{DFF0B634-C499-CA40-935C-AE8FAD9C6B9F}"/>
          </ac:spMkLst>
        </pc:spChg>
        <pc:spChg chg="add mod">
          <ac:chgData name="Pina Orlaineta, Jonathan" userId="0b6f75f8-87a1-4c99-bd02-7008807dd205" providerId="ADAL" clId="{F7D5DD3D-33E4-459E-B0D9-42503C5C48E6}" dt="2026-10-15T18:43:45.453" v="3158" actId="1076"/>
          <ac:spMkLst>
            <pc:docMk/>
            <pc:sldMk cId="0" sldId="259"/>
            <ac:spMk id="36" creationId="{BE34EB26-2784-DD9D-5A63-BCEFDCC35C80}"/>
          </ac:spMkLst>
        </pc:spChg>
      </pc:sldChg>
      <pc:sldChg chg="addSp modSp mod">
        <pc:chgData name="Pina Orlaineta, Jonathan" userId="0b6f75f8-87a1-4c99-bd02-7008807dd205" providerId="ADAL" clId="{F7D5DD3D-33E4-459E-B0D9-42503C5C48E6}" dt="2026-10-15T20:42:56.422" v="5137" actId="1076"/>
        <pc:sldMkLst>
          <pc:docMk/>
          <pc:sldMk cId="0" sldId="260"/>
        </pc:sldMkLst>
        <pc:spChg chg="mod">
          <ac:chgData name="Pina Orlaineta, Jonathan" userId="0b6f75f8-87a1-4c99-bd02-7008807dd205" providerId="ADAL" clId="{F7D5DD3D-33E4-459E-B0D9-42503C5C48E6}" dt="2026-10-15T20:42:32.439" v="5134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2:32.439" v="5134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2:32.439" v="5134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2:32.439" v="5134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2:32.439" v="5134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2:32.439" v="5134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2:32.439" v="5134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2:32.439" v="5134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42:32.439" v="5134" actId="1076"/>
          <ac:spMkLst>
            <pc:docMk/>
            <pc:sldMk cId="0" sldId="260"/>
            <ac:spMk id="18" creationId="{00000000-0000-0000-0000-000000000000}"/>
          </ac:spMkLst>
        </pc:spChg>
        <pc:spChg chg="add mod">
          <ac:chgData name="Pina Orlaineta, Jonathan" userId="0b6f75f8-87a1-4c99-bd02-7008807dd205" providerId="ADAL" clId="{F7D5DD3D-33E4-459E-B0D9-42503C5C48E6}" dt="2026-10-15T20:42:56.422" v="5137" actId="1076"/>
          <ac:spMkLst>
            <pc:docMk/>
            <pc:sldMk cId="0" sldId="260"/>
            <ac:spMk id="20" creationId="{E59B3162-7038-648D-296A-012A94E54478}"/>
          </ac:spMkLst>
        </pc:spChg>
        <pc:spChg chg="add mod">
          <ac:chgData name="Pina Orlaineta, Jonathan" userId="0b6f75f8-87a1-4c99-bd02-7008807dd205" providerId="ADAL" clId="{F7D5DD3D-33E4-459E-B0D9-42503C5C48E6}" dt="2026-10-15T20:42:56.422" v="5137" actId="1076"/>
          <ac:spMkLst>
            <pc:docMk/>
            <pc:sldMk cId="0" sldId="260"/>
            <ac:spMk id="22" creationId="{C8F466E7-BACD-DCF8-19CB-1209A753D11E}"/>
          </ac:spMkLst>
        </pc:spChg>
        <pc:spChg chg="mod">
          <ac:chgData name="Pina Orlaineta, Jonathan" userId="0b6f75f8-87a1-4c99-bd02-7008807dd205" providerId="ADAL" clId="{F7D5DD3D-33E4-459E-B0D9-42503C5C48E6}" dt="2026-10-15T20:42:32.439" v="5134" actId="1076"/>
          <ac:spMkLst>
            <pc:docMk/>
            <pc:sldMk cId="0" sldId="260"/>
            <ac:spMk id="29" creationId="{692EE763-8CF4-395B-93A4-3AA3E5D927C3}"/>
          </ac:spMkLst>
        </pc:spChg>
        <pc:spChg chg="mod">
          <ac:chgData name="Pina Orlaineta, Jonathan" userId="0b6f75f8-87a1-4c99-bd02-7008807dd205" providerId="ADAL" clId="{F7D5DD3D-33E4-459E-B0D9-42503C5C48E6}" dt="2026-10-15T18:14:31.050" v="2134" actId="27636"/>
          <ac:spMkLst>
            <pc:docMk/>
            <pc:sldMk cId="0" sldId="260"/>
            <ac:spMk id="31" creationId="{96719270-387E-38FE-0719-D140023D7B2E}"/>
          </ac:spMkLst>
        </pc:spChg>
        <pc:picChg chg="mod">
          <ac:chgData name="Pina Orlaineta, Jonathan" userId="0b6f75f8-87a1-4c99-bd02-7008807dd205" providerId="ADAL" clId="{F7D5DD3D-33E4-459E-B0D9-42503C5C48E6}" dt="2026-10-15T20:42:39.327" v="5136" actId="1076"/>
          <ac:picMkLst>
            <pc:docMk/>
            <pc:sldMk cId="0" sldId="260"/>
            <ac:picMk id="7" creationId="{00000000-0000-0000-0000-000000000000}"/>
          </ac:picMkLst>
        </pc:picChg>
      </pc:sldChg>
      <pc:sldChg chg="addSp delSp modSp mod">
        <pc:chgData name="Pina Orlaineta, Jonathan" userId="0b6f75f8-87a1-4c99-bd02-7008807dd205" providerId="ADAL" clId="{F7D5DD3D-33E4-459E-B0D9-42503C5C48E6}" dt="2026-10-15T20:27:45.524" v="4699" actId="20577"/>
        <pc:sldMkLst>
          <pc:docMk/>
          <pc:sldMk cId="0" sldId="261"/>
        </pc:sldMkLst>
        <pc:spChg chg="mod">
          <ac:chgData name="Pina Orlaineta, Jonathan" userId="0b6f75f8-87a1-4c99-bd02-7008807dd205" providerId="ADAL" clId="{F7D5DD3D-33E4-459E-B0D9-42503C5C48E6}" dt="2026-10-15T20:26:41.047" v="4662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24.691" v="4657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6:56:32.903" v="1512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41.047" v="4662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24.686" v="4653" actId="276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24.692" v="4658" actId="276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41.047" v="4662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41.047" v="4662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41.047" v="4662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7:04.504" v="4675" actId="114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41.047" v="4662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41.047" v="4662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24.696" v="4661" actId="2763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7:29.439" v="4695" actId="20577"/>
          <ac:spMkLst>
            <pc:docMk/>
            <pc:sldMk cId="0" sldId="261"/>
            <ac:spMk id="25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41.047" v="4662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7:45.524" v="4699" actId="20577"/>
          <ac:spMkLst>
            <pc:docMk/>
            <pc:sldMk cId="0" sldId="261"/>
            <ac:spMk id="29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41.047" v="4662" actId="107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24.689" v="4655" actId="27636"/>
          <ac:spMkLst>
            <pc:docMk/>
            <pc:sldMk cId="0" sldId="261"/>
            <ac:spMk id="33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6:41.047" v="4662" actId="107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7:22:39.119" v="1625" actId="14100"/>
          <ac:spMkLst>
            <pc:docMk/>
            <pc:sldMk cId="0" sldId="261"/>
            <ac:spMk id="36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59:23.436" v="1565" actId="478"/>
          <ac:spMkLst>
            <pc:docMk/>
            <pc:sldMk cId="0" sldId="261"/>
            <ac:spMk id="37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59:23.436" v="1565" actId="478"/>
          <ac:spMkLst>
            <pc:docMk/>
            <pc:sldMk cId="0" sldId="261"/>
            <ac:spMk id="38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59:23.436" v="1565" actId="478"/>
          <ac:spMkLst>
            <pc:docMk/>
            <pc:sldMk cId="0" sldId="261"/>
            <ac:spMk id="39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59:23.436" v="1565" actId="478"/>
          <ac:spMkLst>
            <pc:docMk/>
            <pc:sldMk cId="0" sldId="261"/>
            <ac:spMk id="40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59:23.436" v="1565" actId="478"/>
          <ac:spMkLst>
            <pc:docMk/>
            <pc:sldMk cId="0" sldId="261"/>
            <ac:spMk id="41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59:23.436" v="1565" actId="478"/>
          <ac:spMkLst>
            <pc:docMk/>
            <pc:sldMk cId="0" sldId="261"/>
            <ac:spMk id="42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59:23.436" v="1565" actId="478"/>
          <ac:spMkLst>
            <pc:docMk/>
            <pc:sldMk cId="0" sldId="261"/>
            <ac:spMk id="43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59:23.436" v="1565" actId="478"/>
          <ac:spMkLst>
            <pc:docMk/>
            <pc:sldMk cId="0" sldId="261"/>
            <ac:spMk id="44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59:23.436" v="1565" actId="478"/>
          <ac:spMkLst>
            <pc:docMk/>
            <pc:sldMk cId="0" sldId="261"/>
            <ac:spMk id="45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59:23.436" v="1565" actId="478"/>
          <ac:spMkLst>
            <pc:docMk/>
            <pc:sldMk cId="0" sldId="261"/>
            <ac:spMk id="46" creationId="{00000000-0000-0000-0000-000000000000}"/>
          </ac:spMkLst>
        </pc:spChg>
        <pc:spChg chg="add mod">
          <ac:chgData name="Pina Orlaineta, Jonathan" userId="0b6f75f8-87a1-4c99-bd02-7008807dd205" providerId="ADAL" clId="{F7D5DD3D-33E4-459E-B0D9-42503C5C48E6}" dt="2026-10-15T17:23:43.092" v="1705" actId="1076"/>
          <ac:spMkLst>
            <pc:docMk/>
            <pc:sldMk cId="0" sldId="261"/>
            <ac:spMk id="56" creationId="{1A23CE18-7C38-002B-5114-087CC5DA721B}"/>
          </ac:spMkLst>
        </pc:spChg>
        <pc:spChg chg="add mod">
          <ac:chgData name="Pina Orlaineta, Jonathan" userId="0b6f75f8-87a1-4c99-bd02-7008807dd205" providerId="ADAL" clId="{F7D5DD3D-33E4-459E-B0D9-42503C5C48E6}" dt="2026-10-15T20:25:21.423" v="4521" actId="1076"/>
          <ac:spMkLst>
            <pc:docMk/>
            <pc:sldMk cId="0" sldId="261"/>
            <ac:spMk id="62" creationId="{63EC8BFA-7F83-60D2-051C-EFB1A403E719}"/>
          </ac:spMkLst>
        </pc:spChg>
        <pc:spChg chg="add mod">
          <ac:chgData name="Pina Orlaineta, Jonathan" userId="0b6f75f8-87a1-4c99-bd02-7008807dd205" providerId="ADAL" clId="{F7D5DD3D-33E4-459E-B0D9-42503C5C48E6}" dt="2026-10-15T20:26:11.588" v="4651" actId="20577"/>
          <ac:spMkLst>
            <pc:docMk/>
            <pc:sldMk cId="0" sldId="261"/>
            <ac:spMk id="64" creationId="{E42E65B7-0B8E-3940-8AD2-E77C16ED1B9D}"/>
          </ac:spMkLst>
        </pc:spChg>
        <pc:picChg chg="add mod">
          <ac:chgData name="Pina Orlaineta, Jonathan" userId="0b6f75f8-87a1-4c99-bd02-7008807dd205" providerId="ADAL" clId="{F7D5DD3D-33E4-459E-B0D9-42503C5C48E6}" dt="2026-10-15T17:21:06.872" v="1600" actId="1076"/>
          <ac:picMkLst>
            <pc:docMk/>
            <pc:sldMk cId="0" sldId="261"/>
            <ac:picMk id="48" creationId="{2F56FE8F-AD99-FAF9-B96E-258A0C93F583}"/>
          </ac:picMkLst>
        </pc:picChg>
        <pc:picChg chg="add mod">
          <ac:chgData name="Pina Orlaineta, Jonathan" userId="0b6f75f8-87a1-4c99-bd02-7008807dd205" providerId="ADAL" clId="{F7D5DD3D-33E4-459E-B0D9-42503C5C48E6}" dt="2026-10-15T18:11:07.981" v="2038" actId="1076"/>
          <ac:picMkLst>
            <pc:docMk/>
            <pc:sldMk cId="0" sldId="261"/>
            <ac:picMk id="50" creationId="{EFB20B54-D681-0B25-7DF4-1EDEC4EB35F5}"/>
          </ac:picMkLst>
        </pc:picChg>
        <pc:picChg chg="add mod">
          <ac:chgData name="Pina Orlaineta, Jonathan" userId="0b6f75f8-87a1-4c99-bd02-7008807dd205" providerId="ADAL" clId="{F7D5DD3D-33E4-459E-B0D9-42503C5C48E6}" dt="2026-10-15T18:11:01.157" v="2037" actId="1076"/>
          <ac:picMkLst>
            <pc:docMk/>
            <pc:sldMk cId="0" sldId="261"/>
            <ac:picMk id="52" creationId="{7BC00561-EC11-8901-4657-1DB4E2C00B73}"/>
          </ac:picMkLst>
        </pc:picChg>
        <pc:picChg chg="add mod">
          <ac:chgData name="Pina Orlaineta, Jonathan" userId="0b6f75f8-87a1-4c99-bd02-7008807dd205" providerId="ADAL" clId="{F7D5DD3D-33E4-459E-B0D9-42503C5C48E6}" dt="2026-10-15T17:22:57.936" v="1626" actId="1076"/>
          <ac:picMkLst>
            <pc:docMk/>
            <pc:sldMk cId="0" sldId="261"/>
            <ac:picMk id="54" creationId="{9824CA14-2DDD-16A3-55D6-E7D2F8445CC1}"/>
          </ac:picMkLst>
        </pc:picChg>
        <pc:picChg chg="add mod">
          <ac:chgData name="Pina Orlaineta, Jonathan" userId="0b6f75f8-87a1-4c99-bd02-7008807dd205" providerId="ADAL" clId="{F7D5DD3D-33E4-459E-B0D9-42503C5C48E6}" dt="2026-10-15T18:10:44.309" v="2035" actId="14100"/>
          <ac:picMkLst>
            <pc:docMk/>
            <pc:sldMk cId="0" sldId="261"/>
            <ac:picMk id="58" creationId="{AAA9B7CD-D06A-88D6-4E72-B29A3A78A297}"/>
          </ac:picMkLst>
        </pc:picChg>
        <pc:picChg chg="add mod">
          <ac:chgData name="Pina Orlaineta, Jonathan" userId="0b6f75f8-87a1-4c99-bd02-7008807dd205" providerId="ADAL" clId="{F7D5DD3D-33E4-459E-B0D9-42503C5C48E6}" dt="2026-10-15T18:10:47.069" v="2036" actId="14100"/>
          <ac:picMkLst>
            <pc:docMk/>
            <pc:sldMk cId="0" sldId="261"/>
            <ac:picMk id="60" creationId="{8E244ADE-A473-A831-9FA4-9CA9A625F31A}"/>
          </ac:picMkLst>
        </pc:picChg>
      </pc:sldChg>
      <pc:sldChg chg="delSp modSp mod">
        <pc:chgData name="Pina Orlaineta, Jonathan" userId="0b6f75f8-87a1-4c99-bd02-7008807dd205" providerId="ADAL" clId="{F7D5DD3D-33E4-459E-B0D9-42503C5C48E6}" dt="2026-10-16T03:09:51.131" v="5147" actId="478"/>
        <pc:sldMkLst>
          <pc:docMk/>
          <pc:sldMk cId="0" sldId="262"/>
        </pc:sldMkLst>
        <pc:spChg chg="mod">
          <ac:chgData name="Pina Orlaineta, Jonathan" userId="0b6f75f8-87a1-4c99-bd02-7008807dd205" providerId="ADAL" clId="{F7D5DD3D-33E4-459E-B0D9-42503C5C48E6}" dt="2026-10-15T16:05:03.309" v="109" actId="20577"/>
          <ac:spMkLst>
            <pc:docMk/>
            <pc:sldMk cId="0" sldId="262"/>
            <ac:spMk id="6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6T03:09:51.131" v="5147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6:40:11.417" v="1407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6:08:54.361" v="240"/>
          <ac:spMkLst>
            <pc:docMk/>
            <pc:sldMk cId="0" sldId="262"/>
            <ac:spMk id="9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9:08.948" v="4259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7:46.235" v="4209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6:02:37.548" v="38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9:46.261" v="4268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8:30.677" v="4235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8:10.029" v="4215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9:48.836" v="4269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8:35.108" v="4240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1:55.453" v="4291" actId="14100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8:14.854" v="4220" actId="20577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8:40.929" v="4245" actId="20577"/>
          <ac:spMkLst>
            <pc:docMk/>
            <pc:sldMk cId="0" sldId="262"/>
            <ac:spMk id="27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1:51.989" v="4290" actId="14100"/>
          <ac:spMkLst>
            <pc:docMk/>
            <pc:sldMk cId="0" sldId="262"/>
            <ac:spMk id="29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8:19.299" v="4225" actId="20577"/>
          <ac:spMkLst>
            <pc:docMk/>
            <pc:sldMk cId="0" sldId="262"/>
            <ac:spMk id="30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9:28.591" v="4264" actId="208"/>
          <ac:spMkLst>
            <pc:docMk/>
            <pc:sldMk cId="0" sldId="262"/>
            <ac:spMk id="32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8:53.644" v="4256" actId="113"/>
          <ac:spMkLst>
            <pc:docMk/>
            <pc:sldMk cId="0" sldId="262"/>
            <ac:spMk id="33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8:25.156" v="4230" actId="20577"/>
          <ac:spMkLst>
            <pc:docMk/>
            <pc:sldMk cId="0" sldId="262"/>
            <ac:spMk id="36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9:35.884" v="4265" actId="14100"/>
          <ac:spMkLst>
            <pc:docMk/>
            <pc:sldMk cId="0" sldId="262"/>
            <ac:spMk id="38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18:55.186" v="4257" actId="113"/>
          <ac:spMkLst>
            <pc:docMk/>
            <pc:sldMk cId="0" sldId="262"/>
            <ac:spMk id="39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18:45.188" v="626" actId="478"/>
          <ac:spMkLst>
            <pc:docMk/>
            <pc:sldMk cId="0" sldId="262"/>
            <ac:spMk id="40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18:45.188" v="626" actId="478"/>
          <ac:spMkLst>
            <pc:docMk/>
            <pc:sldMk cId="0" sldId="262"/>
            <ac:spMk id="41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18:45.188" v="626" actId="478"/>
          <ac:spMkLst>
            <pc:docMk/>
            <pc:sldMk cId="0" sldId="262"/>
            <ac:spMk id="42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18:45.188" v="626" actId="478"/>
          <ac:spMkLst>
            <pc:docMk/>
            <pc:sldMk cId="0" sldId="262"/>
            <ac:spMk id="43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18:45.188" v="626" actId="478"/>
          <ac:spMkLst>
            <pc:docMk/>
            <pc:sldMk cId="0" sldId="262"/>
            <ac:spMk id="44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18:45.188" v="626" actId="478"/>
          <ac:spMkLst>
            <pc:docMk/>
            <pc:sldMk cId="0" sldId="262"/>
            <ac:spMk id="45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18:45.188" v="626" actId="478"/>
          <ac:spMkLst>
            <pc:docMk/>
            <pc:sldMk cId="0" sldId="262"/>
            <ac:spMk id="46" creationId="{00000000-0000-0000-0000-000000000000}"/>
          </ac:spMkLst>
        </pc:spChg>
        <pc:spChg chg="del">
          <ac:chgData name="Pina Orlaineta, Jonathan" userId="0b6f75f8-87a1-4c99-bd02-7008807dd205" providerId="ADAL" clId="{F7D5DD3D-33E4-459E-B0D9-42503C5C48E6}" dt="2026-10-15T16:18:45.188" v="626" actId="478"/>
          <ac:spMkLst>
            <pc:docMk/>
            <pc:sldMk cId="0" sldId="262"/>
            <ac:spMk id="47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16:54:05.469" v="1410" actId="1076"/>
          <ac:spMkLst>
            <pc:docMk/>
            <pc:sldMk cId="0" sldId="262"/>
            <ac:spMk id="48" creationId="{00000000-0000-0000-0000-000000000000}"/>
          </ac:spMkLst>
        </pc:spChg>
        <pc:spChg chg="mod">
          <ac:chgData name="Pina Orlaineta, Jonathan" userId="0b6f75f8-87a1-4c99-bd02-7008807dd205" providerId="ADAL" clId="{F7D5DD3D-33E4-459E-B0D9-42503C5C48E6}" dt="2026-10-15T20:23:17.534" v="4496" actId="20577"/>
          <ac:spMkLst>
            <pc:docMk/>
            <pc:sldMk cId="0" sldId="262"/>
            <ac:spMk id="49" creationId="{00000000-0000-0000-0000-000000000000}"/>
          </ac:spMkLst>
        </pc:spChg>
      </pc:sldChg>
      <pc:sldChg chg="addSp delSp modSp del mod">
        <pc:chgData name="Pina Orlaineta, Jonathan" userId="0b6f75f8-87a1-4c99-bd02-7008807dd205" providerId="ADAL" clId="{F7D5DD3D-33E4-459E-B0D9-42503C5C48E6}" dt="2026-10-15T16:54:21.603" v="1411" actId="47"/>
        <pc:sldMkLst>
          <pc:docMk/>
          <pc:sldMk cId="0" sldId="263"/>
        </pc:sldMkLst>
        <pc:spChg chg="add del mod">
          <ac:chgData name="Pina Orlaineta, Jonathan" userId="0b6f75f8-87a1-4c99-bd02-7008807dd205" providerId="ADAL" clId="{F7D5DD3D-33E4-459E-B0D9-42503C5C48E6}" dt="2026-10-15T16:15:21.241" v="568" actId="20577"/>
          <ac:spMkLst>
            <pc:docMk/>
            <pc:sldMk cId="0" sldId="263"/>
            <ac:spMk id="4" creationId="{00000000-0000-0000-0000-000000000000}"/>
          </ac:spMkLst>
        </pc:spChg>
      </pc:sldChg>
      <pc:sldChg chg="addSp modSp mod">
        <pc:chgData name="Pina Orlaineta, Jonathan" userId="0b6f75f8-87a1-4c99-bd02-7008807dd205" providerId="ADAL" clId="{F7D5DD3D-33E4-459E-B0D9-42503C5C48E6}" dt="2026-10-16T02:19:11.128" v="5146" actId="17032"/>
        <pc:sldMkLst>
          <pc:docMk/>
          <pc:sldMk cId="3799629845" sldId="264"/>
        </pc:sldMkLst>
        <pc:spChg chg="mod">
          <ac:chgData name="Pina Orlaineta, Jonathan" userId="0b6f75f8-87a1-4c99-bd02-7008807dd205" providerId="ADAL" clId="{F7D5DD3D-33E4-459E-B0D9-42503C5C48E6}" dt="2026-10-16T02:19:11.128" v="5146" actId="17032"/>
          <ac:spMkLst>
            <pc:docMk/>
            <pc:sldMk cId="3799629845" sldId="264"/>
            <ac:spMk id="5" creationId="{EEFD8BF8-0414-0504-5DBC-1D0B4D92EB4E}"/>
          </ac:spMkLst>
        </pc:spChg>
        <pc:spChg chg="mod">
          <ac:chgData name="Pina Orlaineta, Jonathan" userId="0b6f75f8-87a1-4c99-bd02-7008807dd205" providerId="ADAL" clId="{F7D5DD3D-33E4-459E-B0D9-42503C5C48E6}" dt="2026-10-16T02:15:58.366" v="5143" actId="1076"/>
          <ac:spMkLst>
            <pc:docMk/>
            <pc:sldMk cId="3799629845" sldId="264"/>
            <ac:spMk id="6" creationId="{82701FEB-9666-E230-2D39-A03EC5A9B43A}"/>
          </ac:spMkLst>
        </pc:spChg>
        <pc:spChg chg="add mod">
          <ac:chgData name="Pina Orlaineta, Jonathan" userId="0b6f75f8-87a1-4c99-bd02-7008807dd205" providerId="ADAL" clId="{F7D5DD3D-33E4-459E-B0D9-42503C5C48E6}" dt="2026-10-16T02:15:58.366" v="5143" actId="1076"/>
          <ac:spMkLst>
            <pc:docMk/>
            <pc:sldMk cId="3799629845" sldId="264"/>
            <ac:spMk id="8" creationId="{303FC14E-CA70-0D98-DE43-4D7E6728B078}"/>
          </ac:spMkLst>
        </pc:spChg>
        <pc:picChg chg="mod">
          <ac:chgData name="Pina Orlaineta, Jonathan" userId="0b6f75f8-87a1-4c99-bd02-7008807dd205" providerId="ADAL" clId="{F7D5DD3D-33E4-459E-B0D9-42503C5C48E6}" dt="2026-10-16T02:16:25.935" v="5145" actId="14100"/>
          <ac:picMkLst>
            <pc:docMk/>
            <pc:sldMk cId="3799629845" sldId="264"/>
            <ac:picMk id="2" creationId="{4D9FCA68-7FB8-AE2F-BF29-4FE71E70F53B}"/>
          </ac:picMkLst>
        </pc:picChg>
        <pc:cxnChg chg="add mod">
          <ac:chgData name="Pina Orlaineta, Jonathan" userId="0b6f75f8-87a1-4c99-bd02-7008807dd205" providerId="ADAL" clId="{F7D5DD3D-33E4-459E-B0D9-42503C5C48E6}" dt="2026-10-15T18:31:13.280" v="2550" actId="14861"/>
          <ac:cxnSpMkLst>
            <pc:docMk/>
            <pc:sldMk cId="3799629845" sldId="264"/>
            <ac:cxnSpMk id="10" creationId="{AD39DBFE-9B9E-8FC6-07AB-31B1FE4A2BE4}"/>
          </ac:cxnSpMkLst>
        </pc:cxnChg>
      </pc:sldChg>
      <pc:sldChg chg="addSp delSp modSp add mod">
        <pc:chgData name="Pina Orlaineta, Jonathan" userId="0b6f75f8-87a1-4c99-bd02-7008807dd205" providerId="ADAL" clId="{F7D5DD3D-33E4-459E-B0D9-42503C5C48E6}" dt="2026-10-15T20:39:29.863" v="5115" actId="1076"/>
        <pc:sldMkLst>
          <pc:docMk/>
          <pc:sldMk cId="1558273442" sldId="266"/>
        </pc:sldMkLst>
        <pc:spChg chg="mod">
          <ac:chgData name="Pina Orlaineta, Jonathan" userId="0b6f75f8-87a1-4c99-bd02-7008807dd205" providerId="ADAL" clId="{F7D5DD3D-33E4-459E-B0D9-42503C5C48E6}" dt="2026-10-15T16:05:22.143" v="114" actId="20577"/>
          <ac:spMkLst>
            <pc:docMk/>
            <pc:sldMk cId="1558273442" sldId="266"/>
            <ac:spMk id="4" creationId="{DCEAED92-236B-A109-1B00-A36768A329C6}"/>
          </ac:spMkLst>
        </pc:spChg>
        <pc:spChg chg="mod">
          <ac:chgData name="Pina Orlaineta, Jonathan" userId="0b6f75f8-87a1-4c99-bd02-7008807dd205" providerId="ADAL" clId="{F7D5DD3D-33E4-459E-B0D9-42503C5C48E6}" dt="2026-10-15T16:05:34.254" v="142" actId="20577"/>
          <ac:spMkLst>
            <pc:docMk/>
            <pc:sldMk cId="1558273442" sldId="266"/>
            <ac:spMk id="6" creationId="{590E0D8E-F798-5321-18D8-C9C6DC541659}"/>
          </ac:spMkLst>
        </pc:spChg>
        <pc:spChg chg="del mod">
          <ac:chgData name="Pina Orlaineta, Jonathan" userId="0b6f75f8-87a1-4c99-bd02-7008807dd205" providerId="ADAL" clId="{F7D5DD3D-33E4-459E-B0D9-42503C5C48E6}" dt="2026-10-15T20:23:41.500" v="4497" actId="478"/>
          <ac:spMkLst>
            <pc:docMk/>
            <pc:sldMk cId="1558273442" sldId="266"/>
            <ac:spMk id="7" creationId="{CB69342E-3495-9884-B26E-556F93ACB24C}"/>
          </ac:spMkLst>
        </pc:spChg>
        <pc:spChg chg="mod">
          <ac:chgData name="Pina Orlaineta, Jonathan" userId="0b6f75f8-87a1-4c99-bd02-7008807dd205" providerId="ADAL" clId="{F7D5DD3D-33E4-459E-B0D9-42503C5C48E6}" dt="2026-10-15T16:06:51.101" v="185"/>
          <ac:spMkLst>
            <pc:docMk/>
            <pc:sldMk cId="1558273442" sldId="266"/>
            <ac:spMk id="8" creationId="{F97FF543-E1AC-37B5-DEE1-19B168E81805}"/>
          </ac:spMkLst>
        </pc:spChg>
        <pc:spChg chg="mod">
          <ac:chgData name="Pina Orlaineta, Jonathan" userId="0b6f75f8-87a1-4c99-bd02-7008807dd205" providerId="ADAL" clId="{F7D5DD3D-33E4-459E-B0D9-42503C5C48E6}" dt="2026-10-15T16:07:30.516" v="207" actId="1076"/>
          <ac:spMkLst>
            <pc:docMk/>
            <pc:sldMk cId="1558273442" sldId="266"/>
            <ac:spMk id="9" creationId="{F9EB736F-DDAD-1675-7D19-AD0FA4BB9F08}"/>
          </ac:spMkLst>
        </pc:spChg>
        <pc:spChg chg="mod">
          <ac:chgData name="Pina Orlaineta, Jonathan" userId="0b6f75f8-87a1-4c99-bd02-7008807dd205" providerId="ADAL" clId="{F7D5DD3D-33E4-459E-B0D9-42503C5C48E6}" dt="2026-10-15T16:07:17.944" v="202" actId="164"/>
          <ac:spMkLst>
            <pc:docMk/>
            <pc:sldMk cId="1558273442" sldId="266"/>
            <ac:spMk id="10" creationId="{AF74BA61-6ED4-908A-A10F-5080CF881CC9}"/>
          </ac:spMkLst>
        </pc:spChg>
        <pc:spChg chg="mod">
          <ac:chgData name="Pina Orlaineta, Jonathan" userId="0b6f75f8-87a1-4c99-bd02-7008807dd205" providerId="ADAL" clId="{F7D5DD3D-33E4-459E-B0D9-42503C5C48E6}" dt="2026-10-15T16:07:17.944" v="202" actId="164"/>
          <ac:spMkLst>
            <pc:docMk/>
            <pc:sldMk cId="1558273442" sldId="266"/>
            <ac:spMk id="11" creationId="{96C54E8D-CAB6-2407-EC79-DC1EA47D6211}"/>
          </ac:spMkLst>
        </pc:spChg>
        <pc:spChg chg="mod">
          <ac:chgData name="Pina Orlaineta, Jonathan" userId="0b6f75f8-87a1-4c99-bd02-7008807dd205" providerId="ADAL" clId="{F7D5DD3D-33E4-459E-B0D9-42503C5C48E6}" dt="2026-10-15T16:07:17.944" v="202" actId="164"/>
          <ac:spMkLst>
            <pc:docMk/>
            <pc:sldMk cId="1558273442" sldId="266"/>
            <ac:spMk id="12" creationId="{2B9B5345-1041-F660-1D33-BFE3A45AF1A1}"/>
          </ac:spMkLst>
        </pc:spChg>
        <pc:spChg chg="mod">
          <ac:chgData name="Pina Orlaineta, Jonathan" userId="0b6f75f8-87a1-4c99-bd02-7008807dd205" providerId="ADAL" clId="{F7D5DD3D-33E4-459E-B0D9-42503C5C48E6}" dt="2026-10-15T16:07:36.182" v="208" actId="164"/>
          <ac:spMkLst>
            <pc:docMk/>
            <pc:sldMk cId="1558273442" sldId="266"/>
            <ac:spMk id="13" creationId="{84F3D63B-3FA9-78D2-CCD7-5BCD6ADC7705}"/>
          </ac:spMkLst>
        </pc:spChg>
        <pc:spChg chg="mod">
          <ac:chgData name="Pina Orlaineta, Jonathan" userId="0b6f75f8-87a1-4c99-bd02-7008807dd205" providerId="ADAL" clId="{F7D5DD3D-33E4-459E-B0D9-42503C5C48E6}" dt="2026-10-15T20:29:47.231" v="4736" actId="14100"/>
          <ac:spMkLst>
            <pc:docMk/>
            <pc:sldMk cId="1558273442" sldId="266"/>
            <ac:spMk id="14" creationId="{2D133008-D323-016F-002E-5B8A9099D5E1}"/>
          </ac:spMkLst>
        </pc:spChg>
        <pc:spChg chg="mod">
          <ac:chgData name="Pina Orlaineta, Jonathan" userId="0b6f75f8-87a1-4c99-bd02-7008807dd205" providerId="ADAL" clId="{F7D5DD3D-33E4-459E-B0D9-42503C5C48E6}" dt="2026-10-15T20:28:41.816" v="4704" actId="20577"/>
          <ac:spMkLst>
            <pc:docMk/>
            <pc:sldMk cId="1558273442" sldId="266"/>
            <ac:spMk id="15" creationId="{5C60C543-4DE7-43A3-052C-356B904820CF}"/>
          </ac:spMkLst>
        </pc:spChg>
        <pc:spChg chg="mod">
          <ac:chgData name="Pina Orlaineta, Jonathan" userId="0b6f75f8-87a1-4c99-bd02-7008807dd205" providerId="ADAL" clId="{F7D5DD3D-33E4-459E-B0D9-42503C5C48E6}" dt="2026-10-15T16:07:17.944" v="202" actId="164"/>
          <ac:spMkLst>
            <pc:docMk/>
            <pc:sldMk cId="1558273442" sldId="266"/>
            <ac:spMk id="16" creationId="{DAE9F641-1C7A-97DF-3160-C1D7BE303648}"/>
          </ac:spMkLst>
        </pc:spChg>
        <pc:spChg chg="mod">
          <ac:chgData name="Pina Orlaineta, Jonathan" userId="0b6f75f8-87a1-4c99-bd02-7008807dd205" providerId="ADAL" clId="{F7D5DD3D-33E4-459E-B0D9-42503C5C48E6}" dt="2026-10-15T16:07:17.944" v="202" actId="164"/>
          <ac:spMkLst>
            <pc:docMk/>
            <pc:sldMk cId="1558273442" sldId="266"/>
            <ac:spMk id="18" creationId="{0EC1783F-0100-35C9-26B3-090D99F6D440}"/>
          </ac:spMkLst>
        </pc:spChg>
        <pc:spChg chg="mod">
          <ac:chgData name="Pina Orlaineta, Jonathan" userId="0b6f75f8-87a1-4c99-bd02-7008807dd205" providerId="ADAL" clId="{F7D5DD3D-33E4-459E-B0D9-42503C5C48E6}" dt="2026-10-15T20:29:41.743" v="4735" actId="14100"/>
          <ac:spMkLst>
            <pc:docMk/>
            <pc:sldMk cId="1558273442" sldId="266"/>
            <ac:spMk id="20" creationId="{4525EDC9-1F87-39CC-67E8-A5DB463E7CB8}"/>
          </ac:spMkLst>
        </pc:spChg>
        <pc:spChg chg="mod">
          <ac:chgData name="Pina Orlaineta, Jonathan" userId="0b6f75f8-87a1-4c99-bd02-7008807dd205" providerId="ADAL" clId="{F7D5DD3D-33E4-459E-B0D9-42503C5C48E6}" dt="2026-10-15T20:28:49.368" v="4709" actId="20577"/>
          <ac:spMkLst>
            <pc:docMk/>
            <pc:sldMk cId="1558273442" sldId="266"/>
            <ac:spMk id="21" creationId="{B1B98117-4CA0-0743-1DB8-7D4858E7DCDD}"/>
          </ac:spMkLst>
        </pc:spChg>
        <pc:spChg chg="mod">
          <ac:chgData name="Pina Orlaineta, Jonathan" userId="0b6f75f8-87a1-4c99-bd02-7008807dd205" providerId="ADAL" clId="{F7D5DD3D-33E4-459E-B0D9-42503C5C48E6}" dt="2026-10-15T16:07:17.944" v="202" actId="164"/>
          <ac:spMkLst>
            <pc:docMk/>
            <pc:sldMk cId="1558273442" sldId="266"/>
            <ac:spMk id="22" creationId="{9D0C8122-8579-F103-2FC6-39EB5BBD3631}"/>
          </ac:spMkLst>
        </pc:spChg>
        <pc:spChg chg="mod">
          <ac:chgData name="Pina Orlaineta, Jonathan" userId="0b6f75f8-87a1-4c99-bd02-7008807dd205" providerId="ADAL" clId="{F7D5DD3D-33E4-459E-B0D9-42503C5C48E6}" dt="2026-10-15T16:07:17.944" v="202" actId="164"/>
          <ac:spMkLst>
            <pc:docMk/>
            <pc:sldMk cId="1558273442" sldId="266"/>
            <ac:spMk id="23" creationId="{CC13E86A-1F0C-AA49-D7A0-C8B781AD80FB}"/>
          </ac:spMkLst>
        </pc:spChg>
        <pc:spChg chg="mod">
          <ac:chgData name="Pina Orlaineta, Jonathan" userId="0b6f75f8-87a1-4c99-bd02-7008807dd205" providerId="ADAL" clId="{F7D5DD3D-33E4-459E-B0D9-42503C5C48E6}" dt="2026-10-15T16:07:17.944" v="202" actId="164"/>
          <ac:spMkLst>
            <pc:docMk/>
            <pc:sldMk cId="1558273442" sldId="266"/>
            <ac:spMk id="24" creationId="{AD221C56-4D87-8E44-4D42-0FD0A192E0CE}"/>
          </ac:spMkLst>
        </pc:spChg>
        <pc:spChg chg="mod">
          <ac:chgData name="Pina Orlaineta, Jonathan" userId="0b6f75f8-87a1-4c99-bd02-7008807dd205" providerId="ADAL" clId="{F7D5DD3D-33E4-459E-B0D9-42503C5C48E6}" dt="2026-10-15T16:07:36.182" v="208" actId="164"/>
          <ac:spMkLst>
            <pc:docMk/>
            <pc:sldMk cId="1558273442" sldId="266"/>
            <ac:spMk id="25" creationId="{E4B7280E-6FC8-E5B6-E67E-8489DAAB156F}"/>
          </ac:spMkLst>
        </pc:spChg>
        <pc:spChg chg="mod">
          <ac:chgData name="Pina Orlaineta, Jonathan" userId="0b6f75f8-87a1-4c99-bd02-7008807dd205" providerId="ADAL" clId="{F7D5DD3D-33E4-459E-B0D9-42503C5C48E6}" dt="2026-10-15T20:29:38.583" v="4734" actId="14100"/>
          <ac:spMkLst>
            <pc:docMk/>
            <pc:sldMk cId="1558273442" sldId="266"/>
            <ac:spMk id="26" creationId="{ADBD3204-310F-025F-5974-22F4C3599E39}"/>
          </ac:spMkLst>
        </pc:spChg>
        <pc:spChg chg="mod">
          <ac:chgData name="Pina Orlaineta, Jonathan" userId="0b6f75f8-87a1-4c99-bd02-7008807dd205" providerId="ADAL" clId="{F7D5DD3D-33E4-459E-B0D9-42503C5C48E6}" dt="2026-10-15T20:28:54.919" v="4713" actId="20577"/>
          <ac:spMkLst>
            <pc:docMk/>
            <pc:sldMk cId="1558273442" sldId="266"/>
            <ac:spMk id="27" creationId="{B2A51135-ED7F-C8B1-708E-F7C2ABD94290}"/>
          </ac:spMkLst>
        </pc:spChg>
        <pc:spChg chg="mod">
          <ac:chgData name="Pina Orlaineta, Jonathan" userId="0b6f75f8-87a1-4c99-bd02-7008807dd205" providerId="ADAL" clId="{F7D5DD3D-33E4-459E-B0D9-42503C5C48E6}" dt="2026-10-15T16:07:36.182" v="208" actId="164"/>
          <ac:spMkLst>
            <pc:docMk/>
            <pc:sldMk cId="1558273442" sldId="266"/>
            <ac:spMk id="31" creationId="{3271FE4B-9309-74E8-A461-494391E64035}"/>
          </ac:spMkLst>
        </pc:spChg>
        <pc:spChg chg="mod">
          <ac:chgData name="Pina Orlaineta, Jonathan" userId="0b6f75f8-87a1-4c99-bd02-7008807dd205" providerId="ADAL" clId="{F7D5DD3D-33E4-459E-B0D9-42503C5C48E6}" dt="2026-10-15T20:29:51.959" v="4737" actId="14100"/>
          <ac:spMkLst>
            <pc:docMk/>
            <pc:sldMk cId="1558273442" sldId="266"/>
            <ac:spMk id="32" creationId="{EAF6F0E7-B09C-E075-2610-96ADF754415D}"/>
          </ac:spMkLst>
        </pc:spChg>
        <pc:spChg chg="mod">
          <ac:chgData name="Pina Orlaineta, Jonathan" userId="0b6f75f8-87a1-4c99-bd02-7008807dd205" providerId="ADAL" clId="{F7D5DD3D-33E4-459E-B0D9-42503C5C48E6}" dt="2026-10-15T20:29:06.087" v="4720" actId="113"/>
          <ac:spMkLst>
            <pc:docMk/>
            <pc:sldMk cId="1558273442" sldId="266"/>
            <ac:spMk id="33" creationId="{9F3AC6A3-97D0-A27A-854D-680B28150B87}"/>
          </ac:spMkLst>
        </pc:spChg>
        <pc:spChg chg="mod">
          <ac:chgData name="Pina Orlaineta, Jonathan" userId="0b6f75f8-87a1-4c99-bd02-7008807dd205" providerId="ADAL" clId="{F7D5DD3D-33E4-459E-B0D9-42503C5C48E6}" dt="2026-10-15T16:07:17.944" v="202" actId="164"/>
          <ac:spMkLst>
            <pc:docMk/>
            <pc:sldMk cId="1558273442" sldId="266"/>
            <ac:spMk id="35" creationId="{32F0B32C-BA18-EC59-3C35-ECA9568D4BED}"/>
          </ac:spMkLst>
        </pc:spChg>
        <pc:spChg chg="mod">
          <ac:chgData name="Pina Orlaineta, Jonathan" userId="0b6f75f8-87a1-4c99-bd02-7008807dd205" providerId="ADAL" clId="{F7D5DD3D-33E4-459E-B0D9-42503C5C48E6}" dt="2026-10-15T16:07:17.944" v="202" actId="164"/>
          <ac:spMkLst>
            <pc:docMk/>
            <pc:sldMk cId="1558273442" sldId="266"/>
            <ac:spMk id="36" creationId="{3C814050-E6D7-4F50-A9D0-FEC37493B83B}"/>
          </ac:spMkLst>
        </pc:spChg>
        <pc:spChg chg="mod">
          <ac:chgData name="Pina Orlaineta, Jonathan" userId="0b6f75f8-87a1-4c99-bd02-7008807dd205" providerId="ADAL" clId="{F7D5DD3D-33E4-459E-B0D9-42503C5C48E6}" dt="2026-10-15T16:07:36.182" v="208" actId="164"/>
          <ac:spMkLst>
            <pc:docMk/>
            <pc:sldMk cId="1558273442" sldId="266"/>
            <ac:spMk id="37" creationId="{663C18A8-A172-5B8D-9A6F-1E09A89C4560}"/>
          </ac:spMkLst>
        </pc:spChg>
        <pc:spChg chg="mod">
          <ac:chgData name="Pina Orlaineta, Jonathan" userId="0b6f75f8-87a1-4c99-bd02-7008807dd205" providerId="ADAL" clId="{F7D5DD3D-33E4-459E-B0D9-42503C5C48E6}" dt="2026-10-15T20:29:31.274" v="4732" actId="208"/>
          <ac:spMkLst>
            <pc:docMk/>
            <pc:sldMk cId="1558273442" sldId="266"/>
            <ac:spMk id="38" creationId="{6F750476-1E3B-A9F4-6B0C-5244F9F03246}"/>
          </ac:spMkLst>
        </pc:spChg>
        <pc:spChg chg="mod">
          <ac:chgData name="Pina Orlaineta, Jonathan" userId="0b6f75f8-87a1-4c99-bd02-7008807dd205" providerId="ADAL" clId="{F7D5DD3D-33E4-459E-B0D9-42503C5C48E6}" dt="2026-10-15T20:29:13.670" v="4726" actId="113"/>
          <ac:spMkLst>
            <pc:docMk/>
            <pc:sldMk cId="1558273442" sldId="266"/>
            <ac:spMk id="39" creationId="{ADEDA5B6-BDFD-066B-0A4A-62F994207BD5}"/>
          </ac:spMkLst>
        </pc:spChg>
        <pc:spChg chg="del">
          <ac:chgData name="Pina Orlaineta, Jonathan" userId="0b6f75f8-87a1-4c99-bd02-7008807dd205" providerId="ADAL" clId="{F7D5DD3D-33E4-459E-B0D9-42503C5C48E6}" dt="2026-10-15T16:18:39.053" v="625" actId="478"/>
          <ac:spMkLst>
            <pc:docMk/>
            <pc:sldMk cId="1558273442" sldId="266"/>
            <ac:spMk id="40" creationId="{CB0B8025-C0EB-0ECA-DB93-E93BD8819723}"/>
          </ac:spMkLst>
        </pc:spChg>
        <pc:spChg chg="del">
          <ac:chgData name="Pina Orlaineta, Jonathan" userId="0b6f75f8-87a1-4c99-bd02-7008807dd205" providerId="ADAL" clId="{F7D5DD3D-33E4-459E-B0D9-42503C5C48E6}" dt="2026-10-15T16:18:39.053" v="625" actId="478"/>
          <ac:spMkLst>
            <pc:docMk/>
            <pc:sldMk cId="1558273442" sldId="266"/>
            <ac:spMk id="41" creationId="{1C927CF8-3CAD-A2B0-4AA9-16B78906FC2D}"/>
          </ac:spMkLst>
        </pc:spChg>
        <pc:spChg chg="del">
          <ac:chgData name="Pina Orlaineta, Jonathan" userId="0b6f75f8-87a1-4c99-bd02-7008807dd205" providerId="ADAL" clId="{F7D5DD3D-33E4-459E-B0D9-42503C5C48E6}" dt="2026-10-15T16:18:39.053" v="625" actId="478"/>
          <ac:spMkLst>
            <pc:docMk/>
            <pc:sldMk cId="1558273442" sldId="266"/>
            <ac:spMk id="42" creationId="{CAB1CE9E-03D4-7D62-7346-3753FB020CB6}"/>
          </ac:spMkLst>
        </pc:spChg>
        <pc:spChg chg="del">
          <ac:chgData name="Pina Orlaineta, Jonathan" userId="0b6f75f8-87a1-4c99-bd02-7008807dd205" providerId="ADAL" clId="{F7D5DD3D-33E4-459E-B0D9-42503C5C48E6}" dt="2026-10-15T16:18:39.053" v="625" actId="478"/>
          <ac:spMkLst>
            <pc:docMk/>
            <pc:sldMk cId="1558273442" sldId="266"/>
            <ac:spMk id="43" creationId="{DC18AB20-4A5E-DBAE-8F89-5AEA85D91D13}"/>
          </ac:spMkLst>
        </pc:spChg>
        <pc:spChg chg="del">
          <ac:chgData name="Pina Orlaineta, Jonathan" userId="0b6f75f8-87a1-4c99-bd02-7008807dd205" providerId="ADAL" clId="{F7D5DD3D-33E4-459E-B0D9-42503C5C48E6}" dt="2026-10-15T16:18:39.053" v="625" actId="478"/>
          <ac:spMkLst>
            <pc:docMk/>
            <pc:sldMk cId="1558273442" sldId="266"/>
            <ac:spMk id="44" creationId="{ED35067B-2127-5C5B-FF90-0F4ED404656B}"/>
          </ac:spMkLst>
        </pc:spChg>
        <pc:spChg chg="del">
          <ac:chgData name="Pina Orlaineta, Jonathan" userId="0b6f75f8-87a1-4c99-bd02-7008807dd205" providerId="ADAL" clId="{F7D5DD3D-33E4-459E-B0D9-42503C5C48E6}" dt="2026-10-15T16:18:39.053" v="625" actId="478"/>
          <ac:spMkLst>
            <pc:docMk/>
            <pc:sldMk cId="1558273442" sldId="266"/>
            <ac:spMk id="45" creationId="{34F6AD55-AAAF-33C8-CDA0-600D3741F83B}"/>
          </ac:spMkLst>
        </pc:spChg>
        <pc:spChg chg="del">
          <ac:chgData name="Pina Orlaineta, Jonathan" userId="0b6f75f8-87a1-4c99-bd02-7008807dd205" providerId="ADAL" clId="{F7D5DD3D-33E4-459E-B0D9-42503C5C48E6}" dt="2026-10-15T16:18:39.053" v="625" actId="478"/>
          <ac:spMkLst>
            <pc:docMk/>
            <pc:sldMk cId="1558273442" sldId="266"/>
            <ac:spMk id="46" creationId="{E8AA052C-43A4-C958-45ED-8CA8C66814CA}"/>
          </ac:spMkLst>
        </pc:spChg>
        <pc:spChg chg="del">
          <ac:chgData name="Pina Orlaineta, Jonathan" userId="0b6f75f8-87a1-4c99-bd02-7008807dd205" providerId="ADAL" clId="{F7D5DD3D-33E4-459E-B0D9-42503C5C48E6}" dt="2026-10-15T16:18:39.053" v="625" actId="478"/>
          <ac:spMkLst>
            <pc:docMk/>
            <pc:sldMk cId="1558273442" sldId="266"/>
            <ac:spMk id="47" creationId="{FD81B3AC-115B-8B03-06B0-CD72AC9370C4}"/>
          </ac:spMkLst>
        </pc:spChg>
        <pc:spChg chg="mod">
          <ac:chgData name="Pina Orlaineta, Jonathan" userId="0b6f75f8-87a1-4c99-bd02-7008807dd205" providerId="ADAL" clId="{F7D5DD3D-33E4-459E-B0D9-42503C5C48E6}" dt="2026-10-15T20:36:35.078" v="4986" actId="14100"/>
          <ac:spMkLst>
            <pc:docMk/>
            <pc:sldMk cId="1558273442" sldId="266"/>
            <ac:spMk id="48" creationId="{C3043B1A-4E54-82A0-0C23-AA9DB5F7AB75}"/>
          </ac:spMkLst>
        </pc:spChg>
        <pc:spChg chg="mod">
          <ac:chgData name="Pina Orlaineta, Jonathan" userId="0b6f75f8-87a1-4c99-bd02-7008807dd205" providerId="ADAL" clId="{F7D5DD3D-33E4-459E-B0D9-42503C5C48E6}" dt="2026-10-15T20:37:12.021" v="5035" actId="20577"/>
          <ac:spMkLst>
            <pc:docMk/>
            <pc:sldMk cId="1558273442" sldId="266"/>
            <ac:spMk id="49" creationId="{E15870EA-3D1E-9C87-5409-5890042BD09B}"/>
          </ac:spMkLst>
        </pc:spChg>
        <pc:spChg chg="mod">
          <ac:chgData name="Pina Orlaineta, Jonathan" userId="0b6f75f8-87a1-4c99-bd02-7008807dd205" providerId="ADAL" clId="{F7D5DD3D-33E4-459E-B0D9-42503C5C48E6}" dt="2026-10-15T16:18:09.453" v="618" actId="21"/>
          <ac:spMkLst>
            <pc:docMk/>
            <pc:sldMk cId="1558273442" sldId="266"/>
            <ac:spMk id="53" creationId="{A6E048E4-A67F-74E9-729C-C8F1751416B9}"/>
          </ac:spMkLst>
        </pc:spChg>
        <pc:spChg chg="mod">
          <ac:chgData name="Pina Orlaineta, Jonathan" userId="0b6f75f8-87a1-4c99-bd02-7008807dd205" providerId="ADAL" clId="{F7D5DD3D-33E4-459E-B0D9-42503C5C48E6}" dt="2026-10-15T16:08:07.153" v="212"/>
          <ac:spMkLst>
            <pc:docMk/>
            <pc:sldMk cId="1558273442" sldId="266"/>
            <ac:spMk id="55" creationId="{38430578-1E2A-4E1A-D75D-F9FDB8A91FB7}"/>
          </ac:spMkLst>
        </pc:spChg>
        <pc:spChg chg="mod">
          <ac:chgData name="Pina Orlaineta, Jonathan" userId="0b6f75f8-87a1-4c99-bd02-7008807dd205" providerId="ADAL" clId="{F7D5DD3D-33E4-459E-B0D9-42503C5C48E6}" dt="2026-10-15T16:08:07.153" v="212"/>
          <ac:spMkLst>
            <pc:docMk/>
            <pc:sldMk cId="1558273442" sldId="266"/>
            <ac:spMk id="56" creationId="{A41D48A4-68E2-E2E6-CDB1-8129B7B607AD}"/>
          </ac:spMkLst>
        </pc:spChg>
        <pc:spChg chg="mod">
          <ac:chgData name="Pina Orlaineta, Jonathan" userId="0b6f75f8-87a1-4c99-bd02-7008807dd205" providerId="ADAL" clId="{F7D5DD3D-33E4-459E-B0D9-42503C5C48E6}" dt="2026-10-15T16:08:07.153" v="212"/>
          <ac:spMkLst>
            <pc:docMk/>
            <pc:sldMk cId="1558273442" sldId="266"/>
            <ac:spMk id="58" creationId="{2D9A08D6-DD51-A99F-D520-6467CBCE8940}"/>
          </ac:spMkLst>
        </pc:spChg>
        <pc:spChg chg="mod">
          <ac:chgData name="Pina Orlaineta, Jonathan" userId="0b6f75f8-87a1-4c99-bd02-7008807dd205" providerId="ADAL" clId="{F7D5DD3D-33E4-459E-B0D9-42503C5C48E6}" dt="2026-10-15T16:08:07.153" v="212"/>
          <ac:spMkLst>
            <pc:docMk/>
            <pc:sldMk cId="1558273442" sldId="266"/>
            <ac:spMk id="59" creationId="{8D126BD6-8829-A9D4-87C2-837D6D53A2E9}"/>
          </ac:spMkLst>
        </pc:spChg>
        <pc:spChg chg="mod">
          <ac:chgData name="Pina Orlaineta, Jonathan" userId="0b6f75f8-87a1-4c99-bd02-7008807dd205" providerId="ADAL" clId="{F7D5DD3D-33E4-459E-B0D9-42503C5C48E6}" dt="2026-10-15T16:08:07.153" v="212"/>
          <ac:spMkLst>
            <pc:docMk/>
            <pc:sldMk cId="1558273442" sldId="266"/>
            <ac:spMk id="61" creationId="{E8051641-3E9A-655B-F0EF-4AE7BD59099C}"/>
          </ac:spMkLst>
        </pc:spChg>
        <pc:spChg chg="mod">
          <ac:chgData name="Pina Orlaineta, Jonathan" userId="0b6f75f8-87a1-4c99-bd02-7008807dd205" providerId="ADAL" clId="{F7D5DD3D-33E4-459E-B0D9-42503C5C48E6}" dt="2026-10-15T16:08:07.153" v="212"/>
          <ac:spMkLst>
            <pc:docMk/>
            <pc:sldMk cId="1558273442" sldId="266"/>
            <ac:spMk id="63" creationId="{2A2DCC66-9454-F25C-9625-A9111325B40A}"/>
          </ac:spMkLst>
        </pc:spChg>
        <pc:spChg chg="mod">
          <ac:chgData name="Pina Orlaineta, Jonathan" userId="0b6f75f8-87a1-4c99-bd02-7008807dd205" providerId="ADAL" clId="{F7D5DD3D-33E4-459E-B0D9-42503C5C48E6}" dt="2026-10-15T16:08:07.153" v="212"/>
          <ac:spMkLst>
            <pc:docMk/>
            <pc:sldMk cId="1558273442" sldId="266"/>
            <ac:spMk id="64" creationId="{81940B9A-4CE4-6678-BD04-5B97C6C65B8F}"/>
          </ac:spMkLst>
        </pc:spChg>
        <pc:spChg chg="mod">
          <ac:chgData name="Pina Orlaineta, Jonathan" userId="0b6f75f8-87a1-4c99-bd02-7008807dd205" providerId="ADAL" clId="{F7D5DD3D-33E4-459E-B0D9-42503C5C48E6}" dt="2026-10-15T16:08:07.153" v="212"/>
          <ac:spMkLst>
            <pc:docMk/>
            <pc:sldMk cId="1558273442" sldId="266"/>
            <ac:spMk id="66" creationId="{6A4CBCE8-0979-5415-E33C-6B4B842CC3C1}"/>
          </ac:spMkLst>
        </pc:spChg>
        <pc:spChg chg="mod">
          <ac:chgData name="Pina Orlaineta, Jonathan" userId="0b6f75f8-87a1-4c99-bd02-7008807dd205" providerId="ADAL" clId="{F7D5DD3D-33E4-459E-B0D9-42503C5C48E6}" dt="2026-10-15T16:08:07.153" v="212"/>
          <ac:spMkLst>
            <pc:docMk/>
            <pc:sldMk cId="1558273442" sldId="266"/>
            <ac:spMk id="67" creationId="{50E674DA-7A9F-7624-88AD-678A8E048B52}"/>
          </ac:spMkLst>
        </pc:spChg>
        <pc:spChg chg="mod">
          <ac:chgData name="Pina Orlaineta, Jonathan" userId="0b6f75f8-87a1-4c99-bd02-7008807dd205" providerId="ADAL" clId="{F7D5DD3D-33E4-459E-B0D9-42503C5C48E6}" dt="2026-10-15T16:08:07.153" v="212"/>
          <ac:spMkLst>
            <pc:docMk/>
            <pc:sldMk cId="1558273442" sldId="266"/>
            <ac:spMk id="68" creationId="{0861EAF2-5539-413C-8BF1-9A96CABB1558}"/>
          </ac:spMkLst>
        </pc:spChg>
        <pc:spChg chg="add del mod">
          <ac:chgData name="Pina Orlaineta, Jonathan" userId="0b6f75f8-87a1-4c99-bd02-7008807dd205" providerId="ADAL" clId="{F7D5DD3D-33E4-459E-B0D9-42503C5C48E6}" dt="2026-10-15T16:18:20.563" v="623" actId="1076"/>
          <ac:spMkLst>
            <pc:docMk/>
            <pc:sldMk cId="1558273442" sldId="266"/>
            <ac:spMk id="70" creationId="{A7CE5CBB-6316-EB3B-4F82-B75A29375EF9}"/>
          </ac:spMkLst>
        </pc:spChg>
        <pc:spChg chg="mod">
          <ac:chgData name="Pina Orlaineta, Jonathan" userId="0b6f75f8-87a1-4c99-bd02-7008807dd205" providerId="ADAL" clId="{F7D5DD3D-33E4-459E-B0D9-42503C5C48E6}" dt="2026-10-15T16:17:44.010" v="575"/>
          <ac:spMkLst>
            <pc:docMk/>
            <pc:sldMk cId="1558273442" sldId="266"/>
            <ac:spMk id="71" creationId="{3E51FE0D-CE4F-6787-931C-C94DD2930372}"/>
          </ac:spMkLst>
        </pc:spChg>
        <pc:spChg chg="mod">
          <ac:chgData name="Pina Orlaineta, Jonathan" userId="0b6f75f8-87a1-4c99-bd02-7008807dd205" providerId="ADAL" clId="{F7D5DD3D-33E4-459E-B0D9-42503C5C48E6}" dt="2026-10-15T20:31:37.183" v="4764" actId="14100"/>
          <ac:spMkLst>
            <pc:docMk/>
            <pc:sldMk cId="1558273442" sldId="266"/>
            <ac:spMk id="72" creationId="{E639E99E-35A6-ABF2-CB8D-AF7094CC2AF2}"/>
          </ac:spMkLst>
        </pc:spChg>
        <pc:spChg chg="mod">
          <ac:chgData name="Pina Orlaineta, Jonathan" userId="0b6f75f8-87a1-4c99-bd02-7008807dd205" providerId="ADAL" clId="{F7D5DD3D-33E4-459E-B0D9-42503C5C48E6}" dt="2026-10-15T20:30:10.760" v="4740" actId="20577"/>
          <ac:spMkLst>
            <pc:docMk/>
            <pc:sldMk cId="1558273442" sldId="266"/>
            <ac:spMk id="73" creationId="{558770A9-8BFA-B434-C09E-69388D3B0F52}"/>
          </ac:spMkLst>
        </pc:spChg>
        <pc:spChg chg="mod">
          <ac:chgData name="Pina Orlaineta, Jonathan" userId="0b6f75f8-87a1-4c99-bd02-7008807dd205" providerId="ADAL" clId="{F7D5DD3D-33E4-459E-B0D9-42503C5C48E6}" dt="2026-10-15T16:17:44.010" v="575"/>
          <ac:spMkLst>
            <pc:docMk/>
            <pc:sldMk cId="1558273442" sldId="266"/>
            <ac:spMk id="74" creationId="{B60E50E4-43DA-6BEB-4D1D-2FB9BDF61C92}"/>
          </ac:spMkLst>
        </pc:spChg>
        <pc:spChg chg="mod">
          <ac:chgData name="Pina Orlaineta, Jonathan" userId="0b6f75f8-87a1-4c99-bd02-7008807dd205" providerId="ADAL" clId="{F7D5DD3D-33E4-459E-B0D9-42503C5C48E6}" dt="2026-10-15T20:31:41.182" v="4765" actId="14100"/>
          <ac:spMkLst>
            <pc:docMk/>
            <pc:sldMk cId="1558273442" sldId="266"/>
            <ac:spMk id="75" creationId="{CD96D5A3-E2B1-CA50-A878-E62D6CA8474B}"/>
          </ac:spMkLst>
        </pc:spChg>
        <pc:spChg chg="mod">
          <ac:chgData name="Pina Orlaineta, Jonathan" userId="0b6f75f8-87a1-4c99-bd02-7008807dd205" providerId="ADAL" clId="{F7D5DD3D-33E4-459E-B0D9-42503C5C48E6}" dt="2026-10-15T20:30:15.422" v="4744" actId="20577"/>
          <ac:spMkLst>
            <pc:docMk/>
            <pc:sldMk cId="1558273442" sldId="266"/>
            <ac:spMk id="76" creationId="{3A8077BB-6B7D-4D81-3EA8-9B6E40A79781}"/>
          </ac:spMkLst>
        </pc:spChg>
        <pc:spChg chg="mod">
          <ac:chgData name="Pina Orlaineta, Jonathan" userId="0b6f75f8-87a1-4c99-bd02-7008807dd205" providerId="ADAL" clId="{F7D5DD3D-33E4-459E-B0D9-42503C5C48E6}" dt="2026-10-15T20:31:44.375" v="4766" actId="14100"/>
          <ac:spMkLst>
            <pc:docMk/>
            <pc:sldMk cId="1558273442" sldId="266"/>
            <ac:spMk id="78" creationId="{D877DCE8-9664-2E58-7045-F8389A2CE9B3}"/>
          </ac:spMkLst>
        </pc:spChg>
        <pc:spChg chg="mod">
          <ac:chgData name="Pina Orlaineta, Jonathan" userId="0b6f75f8-87a1-4c99-bd02-7008807dd205" providerId="ADAL" clId="{F7D5DD3D-33E4-459E-B0D9-42503C5C48E6}" dt="2026-10-15T20:30:47.358" v="4748" actId="20577"/>
          <ac:spMkLst>
            <pc:docMk/>
            <pc:sldMk cId="1558273442" sldId="266"/>
            <ac:spMk id="79" creationId="{16A58F63-7D42-6BA9-B71A-C75A1E864CC2}"/>
          </ac:spMkLst>
        </pc:spChg>
        <pc:spChg chg="mod">
          <ac:chgData name="Pina Orlaineta, Jonathan" userId="0b6f75f8-87a1-4c99-bd02-7008807dd205" providerId="ADAL" clId="{F7D5DD3D-33E4-459E-B0D9-42503C5C48E6}" dt="2026-10-15T20:31:51.063" v="4767" actId="14100"/>
          <ac:spMkLst>
            <pc:docMk/>
            <pc:sldMk cId="1558273442" sldId="266"/>
            <ac:spMk id="81" creationId="{161AE9AD-5706-E84D-D095-0EE8BD85208D}"/>
          </ac:spMkLst>
        </pc:spChg>
        <pc:spChg chg="mod">
          <ac:chgData name="Pina Orlaineta, Jonathan" userId="0b6f75f8-87a1-4c99-bd02-7008807dd205" providerId="ADAL" clId="{F7D5DD3D-33E4-459E-B0D9-42503C5C48E6}" dt="2026-10-15T20:31:00.429" v="4758" actId="113"/>
          <ac:spMkLst>
            <pc:docMk/>
            <pc:sldMk cId="1558273442" sldId="266"/>
            <ac:spMk id="82" creationId="{F50DF29E-C0CD-223D-7597-07426076E12B}"/>
          </ac:spMkLst>
        </pc:spChg>
        <pc:spChg chg="mod">
          <ac:chgData name="Pina Orlaineta, Jonathan" userId="0b6f75f8-87a1-4c99-bd02-7008807dd205" providerId="ADAL" clId="{F7D5DD3D-33E4-459E-B0D9-42503C5C48E6}" dt="2026-10-15T16:17:44.010" v="575"/>
          <ac:spMkLst>
            <pc:docMk/>
            <pc:sldMk cId="1558273442" sldId="266"/>
            <ac:spMk id="83" creationId="{E11656A4-A974-F554-ED6F-FDCCA84EA357}"/>
          </ac:spMkLst>
        </pc:spChg>
        <pc:spChg chg="mod">
          <ac:chgData name="Pina Orlaineta, Jonathan" userId="0b6f75f8-87a1-4c99-bd02-7008807dd205" providerId="ADAL" clId="{F7D5DD3D-33E4-459E-B0D9-42503C5C48E6}" dt="2026-10-15T20:31:57.120" v="4768" actId="14100"/>
          <ac:spMkLst>
            <pc:docMk/>
            <pc:sldMk cId="1558273442" sldId="266"/>
            <ac:spMk id="84" creationId="{08409A72-FA40-9D18-4713-CD05665D042D}"/>
          </ac:spMkLst>
        </pc:spChg>
        <pc:spChg chg="mod">
          <ac:chgData name="Pina Orlaineta, Jonathan" userId="0b6f75f8-87a1-4c99-bd02-7008807dd205" providerId="ADAL" clId="{F7D5DD3D-33E4-459E-B0D9-42503C5C48E6}" dt="2026-10-15T20:30:59.417" v="4757" actId="113"/>
          <ac:spMkLst>
            <pc:docMk/>
            <pc:sldMk cId="1558273442" sldId="266"/>
            <ac:spMk id="85" creationId="{3019F3FD-F3CD-84A0-BA3B-1898DAD81F29}"/>
          </ac:spMkLst>
        </pc:spChg>
        <pc:grpChg chg="mod">
          <ac:chgData name="Pina Orlaineta, Jonathan" userId="0b6f75f8-87a1-4c99-bd02-7008807dd205" providerId="ADAL" clId="{F7D5DD3D-33E4-459E-B0D9-42503C5C48E6}" dt="2026-10-15T20:39:29.863" v="5115" actId="1076"/>
          <ac:grpSpMkLst>
            <pc:docMk/>
            <pc:sldMk cId="1558273442" sldId="266"/>
            <ac:grpSpMk id="50" creationId="{4B4F87A8-E1C7-4C04-C57B-16F2340FE64A}"/>
          </ac:grpSpMkLst>
        </pc:grpChg>
        <pc:grpChg chg="mod">
          <ac:chgData name="Pina Orlaineta, Jonathan" userId="0b6f75f8-87a1-4c99-bd02-7008807dd205" providerId="ADAL" clId="{F7D5DD3D-33E4-459E-B0D9-42503C5C48E6}" dt="2026-10-15T20:39:17.663" v="5113" actId="1076"/>
          <ac:grpSpMkLst>
            <pc:docMk/>
            <pc:sldMk cId="1558273442" sldId="266"/>
            <ac:grpSpMk id="51" creationId="{D35F1669-D50E-3175-FF07-7FF8A4C4E037}"/>
          </ac:grpSpMkLst>
        </pc:grpChg>
        <pc:grpChg chg="del mod">
          <ac:chgData name="Pina Orlaineta, Jonathan" userId="0b6f75f8-87a1-4c99-bd02-7008807dd205" providerId="ADAL" clId="{F7D5DD3D-33E4-459E-B0D9-42503C5C48E6}" dt="2026-10-15T16:18:13.781" v="621" actId="478"/>
          <ac:grpSpMkLst>
            <pc:docMk/>
            <pc:sldMk cId="1558273442" sldId="266"/>
            <ac:grpSpMk id="52" creationId="{D904A284-26E3-96FC-386B-6029410D9906}"/>
          </ac:grpSpMkLst>
        </pc:grpChg>
        <pc:grpChg chg="del mod">
          <ac:chgData name="Pina Orlaineta, Jonathan" userId="0b6f75f8-87a1-4c99-bd02-7008807dd205" providerId="ADAL" clId="{F7D5DD3D-33E4-459E-B0D9-42503C5C48E6}" dt="2026-10-15T20:38:53.781" v="5109" actId="478"/>
          <ac:grpSpMkLst>
            <pc:docMk/>
            <pc:sldMk cId="1558273442" sldId="266"/>
            <ac:grpSpMk id="69" creationId="{FC7EE507-F759-9351-C971-C40EB820DEDB}"/>
          </ac:grpSpMkLst>
        </pc:grpChg>
      </pc:sldChg>
      <pc:sldChg chg="new del">
        <pc:chgData name="Pina Orlaineta, Jonathan" userId="0b6f75f8-87a1-4c99-bd02-7008807dd205" providerId="ADAL" clId="{F7D5DD3D-33E4-459E-B0D9-42503C5C48E6}" dt="2026-10-15T16:05:08.333" v="111" actId="680"/>
        <pc:sldMkLst>
          <pc:docMk/>
          <pc:sldMk cId="2624456514" sldId="266"/>
        </pc:sldMkLst>
      </pc:sldChg>
      <pc:sldChg chg="addSp delSp modSp add mod">
        <pc:chgData name="Pina Orlaineta, Jonathan" userId="0b6f75f8-87a1-4c99-bd02-7008807dd205" providerId="ADAL" clId="{F7D5DD3D-33E4-459E-B0D9-42503C5C48E6}" dt="2026-10-15T20:38:40.751" v="5108" actId="113"/>
        <pc:sldMkLst>
          <pc:docMk/>
          <pc:sldMk cId="2799895289" sldId="267"/>
        </pc:sldMkLst>
        <pc:spChg chg="mod">
          <ac:chgData name="Pina Orlaineta, Jonathan" userId="0b6f75f8-87a1-4c99-bd02-7008807dd205" providerId="ADAL" clId="{F7D5DD3D-33E4-459E-B0D9-42503C5C48E6}" dt="2026-10-15T16:15:07.033" v="562" actId="20577"/>
          <ac:spMkLst>
            <pc:docMk/>
            <pc:sldMk cId="2799895289" sldId="267"/>
            <ac:spMk id="4" creationId="{21E87FE9-9B7B-EA39-1CAD-F2DA6516EEAB}"/>
          </ac:spMkLst>
        </pc:spChg>
        <pc:spChg chg="mod">
          <ac:chgData name="Pina Orlaineta, Jonathan" userId="0b6f75f8-87a1-4c99-bd02-7008807dd205" providerId="ADAL" clId="{F7D5DD3D-33E4-459E-B0D9-42503C5C48E6}" dt="2026-10-15T16:10:13.302" v="320" actId="20577"/>
          <ac:spMkLst>
            <pc:docMk/>
            <pc:sldMk cId="2799895289" sldId="267"/>
            <ac:spMk id="6" creationId="{1E27019A-3E57-4C88-1098-87FC998E7B70}"/>
          </ac:spMkLst>
        </pc:spChg>
        <pc:spChg chg="del">
          <ac:chgData name="Pina Orlaineta, Jonathan" userId="0b6f75f8-87a1-4c99-bd02-7008807dd205" providerId="ADAL" clId="{F7D5DD3D-33E4-459E-B0D9-42503C5C48E6}" dt="2026-10-15T18:49:18.330" v="3597" actId="478"/>
          <ac:spMkLst>
            <pc:docMk/>
            <pc:sldMk cId="2799895289" sldId="267"/>
            <ac:spMk id="7" creationId="{C1037596-6330-198E-33DF-CCF28AF55AC1}"/>
          </ac:spMkLst>
        </pc:spChg>
        <pc:spChg chg="mod topLvl">
          <ac:chgData name="Pina Orlaineta, Jonathan" userId="0b6f75f8-87a1-4c99-bd02-7008807dd205" providerId="ADAL" clId="{F7D5DD3D-33E4-459E-B0D9-42503C5C48E6}" dt="2026-10-15T18:49:36.796" v="3598" actId="164"/>
          <ac:spMkLst>
            <pc:docMk/>
            <pc:sldMk cId="2799895289" sldId="267"/>
            <ac:spMk id="8" creationId="{1AC6A6E6-DF31-FDD8-4C64-3EBB2E0E8A80}"/>
          </ac:spMkLst>
        </pc:spChg>
        <pc:spChg chg="mod">
          <ac:chgData name="Pina Orlaineta, Jonathan" userId="0b6f75f8-87a1-4c99-bd02-7008807dd205" providerId="ADAL" clId="{F7D5DD3D-33E4-459E-B0D9-42503C5C48E6}" dt="2026-10-15T16:14:25.315" v="552" actId="20577"/>
          <ac:spMkLst>
            <pc:docMk/>
            <pc:sldMk cId="2799895289" sldId="267"/>
            <ac:spMk id="9" creationId="{D98C1C9C-5EDD-775C-9FD4-FBC2AD148F1E}"/>
          </ac:spMkLst>
        </pc:spChg>
        <pc:spChg chg="mod topLvl">
          <ac:chgData name="Pina Orlaineta, Jonathan" userId="0b6f75f8-87a1-4c99-bd02-7008807dd205" providerId="ADAL" clId="{F7D5DD3D-33E4-459E-B0D9-42503C5C48E6}" dt="2026-10-15T18:49:36.796" v="3598" actId="164"/>
          <ac:spMkLst>
            <pc:docMk/>
            <pc:sldMk cId="2799895289" sldId="267"/>
            <ac:spMk id="10" creationId="{CDAFA54E-77B5-4992-4A7C-021112B45A53}"/>
          </ac:spMkLst>
        </pc:spChg>
        <pc:spChg chg="mod topLvl">
          <ac:chgData name="Pina Orlaineta, Jonathan" userId="0b6f75f8-87a1-4c99-bd02-7008807dd205" providerId="ADAL" clId="{F7D5DD3D-33E4-459E-B0D9-42503C5C48E6}" dt="2026-10-15T18:49:36.796" v="3598" actId="164"/>
          <ac:spMkLst>
            <pc:docMk/>
            <pc:sldMk cId="2799895289" sldId="267"/>
            <ac:spMk id="11" creationId="{1D2A3B7F-8036-618F-E27C-3EAD2A09C7B3}"/>
          </ac:spMkLst>
        </pc:spChg>
        <pc:spChg chg="mod topLvl">
          <ac:chgData name="Pina Orlaineta, Jonathan" userId="0b6f75f8-87a1-4c99-bd02-7008807dd205" providerId="ADAL" clId="{F7D5DD3D-33E4-459E-B0D9-42503C5C48E6}" dt="2026-10-15T18:49:36.796" v="3598" actId="164"/>
          <ac:spMkLst>
            <pc:docMk/>
            <pc:sldMk cId="2799895289" sldId="267"/>
            <ac:spMk id="12" creationId="{6717B603-F48C-CB63-70AB-909310B758F9}"/>
          </ac:spMkLst>
        </pc:spChg>
        <pc:spChg chg="del">
          <ac:chgData name="Pina Orlaineta, Jonathan" userId="0b6f75f8-87a1-4c99-bd02-7008807dd205" providerId="ADAL" clId="{F7D5DD3D-33E4-459E-B0D9-42503C5C48E6}" dt="2026-10-15T16:31:09.616" v="890" actId="478"/>
          <ac:spMkLst>
            <pc:docMk/>
            <pc:sldMk cId="2799895289" sldId="267"/>
            <ac:spMk id="14" creationId="{BAD78373-EA88-4226-F512-486220566769}"/>
          </ac:spMkLst>
        </pc:spChg>
        <pc:spChg chg="mod">
          <ac:chgData name="Pina Orlaineta, Jonathan" userId="0b6f75f8-87a1-4c99-bd02-7008807dd205" providerId="ADAL" clId="{F7D5DD3D-33E4-459E-B0D9-42503C5C48E6}" dt="2026-10-15T16:25:30.996" v="796" actId="113"/>
          <ac:spMkLst>
            <pc:docMk/>
            <pc:sldMk cId="2799895289" sldId="267"/>
            <ac:spMk id="15" creationId="{EDD02AF4-B87B-4F6A-0D58-2730D28ADD23}"/>
          </ac:spMkLst>
        </pc:spChg>
        <pc:spChg chg="mod topLvl">
          <ac:chgData name="Pina Orlaineta, Jonathan" userId="0b6f75f8-87a1-4c99-bd02-7008807dd205" providerId="ADAL" clId="{F7D5DD3D-33E4-459E-B0D9-42503C5C48E6}" dt="2026-10-15T18:49:36.796" v="3598" actId="164"/>
          <ac:spMkLst>
            <pc:docMk/>
            <pc:sldMk cId="2799895289" sldId="267"/>
            <ac:spMk id="16" creationId="{1539318B-B943-D90F-4808-5C920001CB1D}"/>
          </ac:spMkLst>
        </pc:spChg>
        <pc:spChg chg="mod topLvl">
          <ac:chgData name="Pina Orlaineta, Jonathan" userId="0b6f75f8-87a1-4c99-bd02-7008807dd205" providerId="ADAL" clId="{F7D5DD3D-33E4-459E-B0D9-42503C5C48E6}" dt="2026-10-15T18:49:36.796" v="3598" actId="164"/>
          <ac:spMkLst>
            <pc:docMk/>
            <pc:sldMk cId="2799895289" sldId="267"/>
            <ac:spMk id="17" creationId="{5D758C92-B81A-44CC-8C2E-BCFE01B2B1A1}"/>
          </ac:spMkLst>
        </pc:spChg>
        <pc:spChg chg="mod">
          <ac:chgData name="Pina Orlaineta, Jonathan" userId="0b6f75f8-87a1-4c99-bd02-7008807dd205" providerId="ADAL" clId="{F7D5DD3D-33E4-459E-B0D9-42503C5C48E6}" dt="2026-10-15T16:25:54.687" v="805" actId="20577"/>
          <ac:spMkLst>
            <pc:docMk/>
            <pc:sldMk cId="2799895289" sldId="267"/>
            <ac:spMk id="18" creationId="{4C78A232-9682-1CB1-582C-F3B84812726E}"/>
          </ac:spMkLst>
        </pc:spChg>
        <pc:spChg chg="mod">
          <ac:chgData name="Pina Orlaineta, Jonathan" userId="0b6f75f8-87a1-4c99-bd02-7008807dd205" providerId="ADAL" clId="{F7D5DD3D-33E4-459E-B0D9-42503C5C48E6}" dt="2026-10-15T16:31:51.125" v="900" actId="14100"/>
          <ac:spMkLst>
            <pc:docMk/>
            <pc:sldMk cId="2799895289" sldId="267"/>
            <ac:spMk id="20" creationId="{7CC134E2-5A6C-466A-A9D3-C0E357463613}"/>
          </ac:spMkLst>
        </pc:spChg>
        <pc:spChg chg="mod">
          <ac:chgData name="Pina Orlaineta, Jonathan" userId="0b6f75f8-87a1-4c99-bd02-7008807dd205" providerId="ADAL" clId="{F7D5DD3D-33E4-459E-B0D9-42503C5C48E6}" dt="2026-10-15T16:24:43.971" v="777" actId="20577"/>
          <ac:spMkLst>
            <pc:docMk/>
            <pc:sldMk cId="2799895289" sldId="267"/>
            <ac:spMk id="21" creationId="{FE09F17C-0FC0-785E-69D5-DE6E6CC68C6C}"/>
          </ac:spMkLst>
        </pc:spChg>
        <pc:spChg chg="mod">
          <ac:chgData name="Pina Orlaineta, Jonathan" userId="0b6f75f8-87a1-4c99-bd02-7008807dd205" providerId="ADAL" clId="{F7D5DD3D-33E4-459E-B0D9-42503C5C48E6}" dt="2026-10-15T16:30:43.001" v="886" actId="14100"/>
          <ac:spMkLst>
            <pc:docMk/>
            <pc:sldMk cId="2799895289" sldId="267"/>
            <ac:spMk id="23" creationId="{76C973C5-67B5-7311-0AE3-90723C3BACAF}"/>
          </ac:spMkLst>
        </pc:spChg>
        <pc:spChg chg="mod topLvl">
          <ac:chgData name="Pina Orlaineta, Jonathan" userId="0b6f75f8-87a1-4c99-bd02-7008807dd205" providerId="ADAL" clId="{F7D5DD3D-33E4-459E-B0D9-42503C5C48E6}" dt="2026-10-15T18:49:36.796" v="3598" actId="164"/>
          <ac:spMkLst>
            <pc:docMk/>
            <pc:sldMk cId="2799895289" sldId="267"/>
            <ac:spMk id="24" creationId="{F9835C21-0A70-C576-382E-35D7ABBF0015}"/>
          </ac:spMkLst>
        </pc:spChg>
        <pc:spChg chg="mod">
          <ac:chgData name="Pina Orlaineta, Jonathan" userId="0b6f75f8-87a1-4c99-bd02-7008807dd205" providerId="ADAL" clId="{F7D5DD3D-33E4-459E-B0D9-42503C5C48E6}" dt="2026-10-15T16:31:43.833" v="898" actId="14100"/>
          <ac:spMkLst>
            <pc:docMk/>
            <pc:sldMk cId="2799895289" sldId="267"/>
            <ac:spMk id="26" creationId="{4F97E2E4-0CEC-C9A8-B62E-8B70489B0798}"/>
          </ac:spMkLst>
        </pc:spChg>
        <pc:spChg chg="mod">
          <ac:chgData name="Pina Orlaineta, Jonathan" userId="0b6f75f8-87a1-4c99-bd02-7008807dd205" providerId="ADAL" clId="{F7D5DD3D-33E4-459E-B0D9-42503C5C48E6}" dt="2026-10-15T16:24:54.281" v="784" actId="20577"/>
          <ac:spMkLst>
            <pc:docMk/>
            <pc:sldMk cId="2799895289" sldId="267"/>
            <ac:spMk id="27" creationId="{3EDE1B3D-8E52-516A-16A4-3C2967E97D02}"/>
          </ac:spMkLst>
        </pc:spChg>
        <pc:spChg chg="mod topLvl">
          <ac:chgData name="Pina Orlaineta, Jonathan" userId="0b6f75f8-87a1-4c99-bd02-7008807dd205" providerId="ADAL" clId="{F7D5DD3D-33E4-459E-B0D9-42503C5C48E6}" dt="2026-10-15T18:49:36.796" v="3598" actId="164"/>
          <ac:spMkLst>
            <pc:docMk/>
            <pc:sldMk cId="2799895289" sldId="267"/>
            <ac:spMk id="28" creationId="{BE30E50A-7CFF-F122-2072-ACF00BDB614A}"/>
          </ac:spMkLst>
        </pc:spChg>
        <pc:spChg chg="mod topLvl">
          <ac:chgData name="Pina Orlaineta, Jonathan" userId="0b6f75f8-87a1-4c99-bd02-7008807dd205" providerId="ADAL" clId="{F7D5DD3D-33E4-459E-B0D9-42503C5C48E6}" dt="2026-10-15T18:49:36.796" v="3598" actId="164"/>
          <ac:spMkLst>
            <pc:docMk/>
            <pc:sldMk cId="2799895289" sldId="267"/>
            <ac:spMk id="29" creationId="{FE1B70A9-AF75-627B-6B48-418BDC9133A4}"/>
          </ac:spMkLst>
        </pc:spChg>
        <pc:spChg chg="mod">
          <ac:chgData name="Pina Orlaineta, Jonathan" userId="0b6f75f8-87a1-4c99-bd02-7008807dd205" providerId="ADAL" clId="{F7D5DD3D-33E4-459E-B0D9-42503C5C48E6}" dt="2026-10-15T16:26:20.354" v="825" actId="113"/>
          <ac:spMkLst>
            <pc:docMk/>
            <pc:sldMk cId="2799895289" sldId="267"/>
            <ac:spMk id="30" creationId="{7FD7694F-994A-5B3E-7C82-E76188052402}"/>
          </ac:spMkLst>
        </pc:spChg>
        <pc:spChg chg="mod">
          <ac:chgData name="Pina Orlaineta, Jonathan" userId="0b6f75f8-87a1-4c99-bd02-7008807dd205" providerId="ADAL" clId="{F7D5DD3D-33E4-459E-B0D9-42503C5C48E6}" dt="2026-10-15T16:31:41.329" v="897" actId="14100"/>
          <ac:spMkLst>
            <pc:docMk/>
            <pc:sldMk cId="2799895289" sldId="267"/>
            <ac:spMk id="32" creationId="{B74FD041-CEB5-50EE-D503-2A0D02D7DA3C}"/>
          </ac:spMkLst>
        </pc:spChg>
        <pc:spChg chg="mod">
          <ac:chgData name="Pina Orlaineta, Jonathan" userId="0b6f75f8-87a1-4c99-bd02-7008807dd205" providerId="ADAL" clId="{F7D5DD3D-33E4-459E-B0D9-42503C5C48E6}" dt="2026-10-15T16:25:34.251" v="797" actId="113"/>
          <ac:spMkLst>
            <pc:docMk/>
            <pc:sldMk cId="2799895289" sldId="267"/>
            <ac:spMk id="33" creationId="{C0FD4493-8428-122F-3910-D0E4792A9BF8}"/>
          </ac:spMkLst>
        </pc:spChg>
        <pc:spChg chg="mod">
          <ac:chgData name="Pina Orlaineta, Jonathan" userId="0b6f75f8-87a1-4c99-bd02-7008807dd205" providerId="ADAL" clId="{F7D5DD3D-33E4-459E-B0D9-42503C5C48E6}" dt="2026-10-15T16:30:29.063" v="881" actId="14100"/>
          <ac:spMkLst>
            <pc:docMk/>
            <pc:sldMk cId="2799895289" sldId="267"/>
            <ac:spMk id="35" creationId="{D14BA823-7663-A42D-EA18-B13CDDDC73E2}"/>
          </ac:spMkLst>
        </pc:spChg>
        <pc:spChg chg="mod topLvl">
          <ac:chgData name="Pina Orlaineta, Jonathan" userId="0b6f75f8-87a1-4c99-bd02-7008807dd205" providerId="ADAL" clId="{F7D5DD3D-33E4-459E-B0D9-42503C5C48E6}" dt="2026-10-15T18:49:36.796" v="3598" actId="164"/>
          <ac:spMkLst>
            <pc:docMk/>
            <pc:sldMk cId="2799895289" sldId="267"/>
            <ac:spMk id="36" creationId="{E3CF9251-8C69-5EE2-CBD9-EEC213AF79D1}"/>
          </ac:spMkLst>
        </pc:spChg>
        <pc:spChg chg="mod">
          <ac:chgData name="Pina Orlaineta, Jonathan" userId="0b6f75f8-87a1-4c99-bd02-7008807dd205" providerId="ADAL" clId="{F7D5DD3D-33E4-459E-B0D9-42503C5C48E6}" dt="2026-10-15T16:31:55.675" v="901" actId="14100"/>
          <ac:spMkLst>
            <pc:docMk/>
            <pc:sldMk cId="2799895289" sldId="267"/>
            <ac:spMk id="38" creationId="{A15309E3-FD66-AA73-759A-51AF65C1E5CE}"/>
          </ac:spMkLst>
        </pc:spChg>
        <pc:spChg chg="mod">
          <ac:chgData name="Pina Orlaineta, Jonathan" userId="0b6f75f8-87a1-4c99-bd02-7008807dd205" providerId="ADAL" clId="{F7D5DD3D-33E4-459E-B0D9-42503C5C48E6}" dt="2026-10-15T16:25:11.470" v="791" actId="20577"/>
          <ac:spMkLst>
            <pc:docMk/>
            <pc:sldMk cId="2799895289" sldId="267"/>
            <ac:spMk id="39" creationId="{6C8B0D3D-DF1B-C920-2C20-567CF878CF72}"/>
          </ac:spMkLst>
        </pc:spChg>
        <pc:spChg chg="add del mod">
          <ac:chgData name="Pina Orlaineta, Jonathan" userId="0b6f75f8-87a1-4c99-bd02-7008807dd205" providerId="ADAL" clId="{F7D5DD3D-33E4-459E-B0D9-42503C5C48E6}" dt="2026-10-15T16:22:58.738" v="742" actId="1076"/>
          <ac:spMkLst>
            <pc:docMk/>
            <pc:sldMk cId="2799895289" sldId="267"/>
            <ac:spMk id="40" creationId="{B31807F1-20C4-DBFC-394F-28AE50865E8C}"/>
          </ac:spMkLst>
        </pc:spChg>
        <pc:spChg chg="add del mod">
          <ac:chgData name="Pina Orlaineta, Jonathan" userId="0b6f75f8-87a1-4c99-bd02-7008807dd205" providerId="ADAL" clId="{F7D5DD3D-33E4-459E-B0D9-42503C5C48E6}" dt="2026-10-15T20:38:33.025" v="5104" actId="113"/>
          <ac:spMkLst>
            <pc:docMk/>
            <pc:sldMk cId="2799895289" sldId="267"/>
            <ac:spMk id="41" creationId="{24F216E0-6EC2-18A5-CEF4-0F6C983A73EF}"/>
          </ac:spMkLst>
        </pc:spChg>
        <pc:spChg chg="add del mod">
          <ac:chgData name="Pina Orlaineta, Jonathan" userId="0b6f75f8-87a1-4c99-bd02-7008807dd205" providerId="ADAL" clId="{F7D5DD3D-33E4-459E-B0D9-42503C5C48E6}" dt="2026-10-15T16:22:58.738" v="742" actId="1076"/>
          <ac:spMkLst>
            <pc:docMk/>
            <pc:sldMk cId="2799895289" sldId="267"/>
            <ac:spMk id="42" creationId="{66E79AB8-CC8C-779E-B686-7DF667EF4949}"/>
          </ac:spMkLst>
        </pc:spChg>
        <pc:spChg chg="add del mod">
          <ac:chgData name="Pina Orlaineta, Jonathan" userId="0b6f75f8-87a1-4c99-bd02-7008807dd205" providerId="ADAL" clId="{F7D5DD3D-33E4-459E-B0D9-42503C5C48E6}" dt="2026-10-15T20:38:30.632" v="5103" actId="113"/>
          <ac:spMkLst>
            <pc:docMk/>
            <pc:sldMk cId="2799895289" sldId="267"/>
            <ac:spMk id="43" creationId="{46CB6774-395F-7759-4B69-2D4D63261A09}"/>
          </ac:spMkLst>
        </pc:spChg>
        <pc:spChg chg="add del mod">
          <ac:chgData name="Pina Orlaineta, Jonathan" userId="0b6f75f8-87a1-4c99-bd02-7008807dd205" providerId="ADAL" clId="{F7D5DD3D-33E4-459E-B0D9-42503C5C48E6}" dt="2026-10-15T16:22:58.738" v="742" actId="1076"/>
          <ac:spMkLst>
            <pc:docMk/>
            <pc:sldMk cId="2799895289" sldId="267"/>
            <ac:spMk id="44" creationId="{EFD8892C-E4E9-87DA-26E2-92B0E8159855}"/>
          </ac:spMkLst>
        </pc:spChg>
        <pc:spChg chg="add del mod">
          <ac:chgData name="Pina Orlaineta, Jonathan" userId="0b6f75f8-87a1-4c99-bd02-7008807dd205" providerId="ADAL" clId="{F7D5DD3D-33E4-459E-B0D9-42503C5C48E6}" dt="2026-10-15T20:38:26.114" v="5102" actId="113"/>
          <ac:spMkLst>
            <pc:docMk/>
            <pc:sldMk cId="2799895289" sldId="267"/>
            <ac:spMk id="45" creationId="{E2353D74-969C-1968-755B-BD892EDAE5B7}"/>
          </ac:spMkLst>
        </pc:spChg>
        <pc:spChg chg="add del mod">
          <ac:chgData name="Pina Orlaineta, Jonathan" userId="0b6f75f8-87a1-4c99-bd02-7008807dd205" providerId="ADAL" clId="{F7D5DD3D-33E4-459E-B0D9-42503C5C48E6}" dt="2026-10-15T16:22:58.738" v="742" actId="1076"/>
          <ac:spMkLst>
            <pc:docMk/>
            <pc:sldMk cId="2799895289" sldId="267"/>
            <ac:spMk id="46" creationId="{F1D924EB-9C8F-7B2C-125C-057EA9F5F968}"/>
          </ac:spMkLst>
        </pc:spChg>
        <pc:spChg chg="add del mod">
          <ac:chgData name="Pina Orlaineta, Jonathan" userId="0b6f75f8-87a1-4c99-bd02-7008807dd205" providerId="ADAL" clId="{F7D5DD3D-33E4-459E-B0D9-42503C5C48E6}" dt="2026-10-15T20:38:35.876" v="5105" actId="113"/>
          <ac:spMkLst>
            <pc:docMk/>
            <pc:sldMk cId="2799895289" sldId="267"/>
            <ac:spMk id="47" creationId="{A9AFAE24-6105-329F-399B-3CF73C59301A}"/>
          </ac:spMkLst>
        </pc:spChg>
        <pc:spChg chg="mod">
          <ac:chgData name="Pina Orlaineta, Jonathan" userId="0b6f75f8-87a1-4c99-bd02-7008807dd205" providerId="ADAL" clId="{F7D5DD3D-33E4-459E-B0D9-42503C5C48E6}" dt="2026-10-15T20:38:22.244" v="5101" actId="113"/>
          <ac:spMkLst>
            <pc:docMk/>
            <pc:sldMk cId="2799895289" sldId="267"/>
            <ac:spMk id="49" creationId="{4E383B4B-3794-8218-291A-C8826E39893F}"/>
          </ac:spMkLst>
        </pc:spChg>
        <pc:spChg chg="mod">
          <ac:chgData name="Pina Orlaineta, Jonathan" userId="0b6f75f8-87a1-4c99-bd02-7008807dd205" providerId="ADAL" clId="{F7D5DD3D-33E4-459E-B0D9-42503C5C48E6}" dt="2026-10-15T16:13:48.854" v="509" actId="20577"/>
          <ac:spMkLst>
            <pc:docMk/>
            <pc:sldMk cId="2799895289" sldId="267"/>
            <ac:spMk id="53" creationId="{07D5E028-0932-4D38-4245-C29A6F8DB6EF}"/>
          </ac:spMkLst>
        </pc:spChg>
        <pc:spChg chg="mod">
          <ac:chgData name="Pina Orlaineta, Jonathan" userId="0b6f75f8-87a1-4c99-bd02-7008807dd205" providerId="ADAL" clId="{F7D5DD3D-33E4-459E-B0D9-42503C5C48E6}" dt="2026-10-15T16:32:31.452" v="907" actId="14100"/>
          <ac:spMkLst>
            <pc:docMk/>
            <pc:sldMk cId="2799895289" sldId="267"/>
            <ac:spMk id="55" creationId="{EB32FC20-43BA-BC62-3610-61DFCF6A887C}"/>
          </ac:spMkLst>
        </pc:spChg>
        <pc:spChg chg="mod">
          <ac:chgData name="Pina Orlaineta, Jonathan" userId="0b6f75f8-87a1-4c99-bd02-7008807dd205" providerId="ADAL" clId="{F7D5DD3D-33E4-459E-B0D9-42503C5C48E6}" dt="2026-10-15T16:26:35.786" v="829" actId="20577"/>
          <ac:spMkLst>
            <pc:docMk/>
            <pc:sldMk cId="2799895289" sldId="267"/>
            <ac:spMk id="56" creationId="{00291A1A-B43D-82D0-0541-AAFB363F60E1}"/>
          </ac:spMkLst>
        </pc:spChg>
        <pc:spChg chg="mod">
          <ac:chgData name="Pina Orlaineta, Jonathan" userId="0b6f75f8-87a1-4c99-bd02-7008807dd205" providerId="ADAL" clId="{F7D5DD3D-33E4-459E-B0D9-42503C5C48E6}" dt="2026-10-15T16:32:28.798" v="906" actId="14100"/>
          <ac:spMkLst>
            <pc:docMk/>
            <pc:sldMk cId="2799895289" sldId="267"/>
            <ac:spMk id="58" creationId="{5BC5709E-683D-C50E-73F4-F87977EDA36A}"/>
          </ac:spMkLst>
        </pc:spChg>
        <pc:spChg chg="mod">
          <ac:chgData name="Pina Orlaineta, Jonathan" userId="0b6f75f8-87a1-4c99-bd02-7008807dd205" providerId="ADAL" clId="{F7D5DD3D-33E4-459E-B0D9-42503C5C48E6}" dt="2026-10-15T16:26:42.660" v="833" actId="20577"/>
          <ac:spMkLst>
            <pc:docMk/>
            <pc:sldMk cId="2799895289" sldId="267"/>
            <ac:spMk id="59" creationId="{EBDBB7AA-E314-B731-70B4-129C65F4548D}"/>
          </ac:spMkLst>
        </pc:spChg>
        <pc:spChg chg="mod">
          <ac:chgData name="Pina Orlaineta, Jonathan" userId="0b6f75f8-87a1-4c99-bd02-7008807dd205" providerId="ADAL" clId="{F7D5DD3D-33E4-459E-B0D9-42503C5C48E6}" dt="2026-10-15T16:32:35.834" v="908" actId="14100"/>
          <ac:spMkLst>
            <pc:docMk/>
            <pc:sldMk cId="2799895289" sldId="267"/>
            <ac:spMk id="61" creationId="{2DFCCB9D-E938-5600-98BF-CEB18B87FBD9}"/>
          </ac:spMkLst>
        </pc:spChg>
        <pc:spChg chg="mod">
          <ac:chgData name="Pina Orlaineta, Jonathan" userId="0b6f75f8-87a1-4c99-bd02-7008807dd205" providerId="ADAL" clId="{F7D5DD3D-33E4-459E-B0D9-42503C5C48E6}" dt="2026-10-15T16:26:48.150" v="837" actId="20577"/>
          <ac:spMkLst>
            <pc:docMk/>
            <pc:sldMk cId="2799895289" sldId="267"/>
            <ac:spMk id="62" creationId="{39BC760E-A75B-26FF-84A1-A2A957F02501}"/>
          </ac:spMkLst>
        </pc:spChg>
        <pc:spChg chg="mod">
          <ac:chgData name="Pina Orlaineta, Jonathan" userId="0b6f75f8-87a1-4c99-bd02-7008807dd205" providerId="ADAL" clId="{F7D5DD3D-33E4-459E-B0D9-42503C5C48E6}" dt="2026-10-15T16:32:19.505" v="903" actId="14100"/>
          <ac:spMkLst>
            <pc:docMk/>
            <pc:sldMk cId="2799895289" sldId="267"/>
            <ac:spMk id="64" creationId="{53CDF0DD-BEDC-DA21-138F-4586BC618433}"/>
          </ac:spMkLst>
        </pc:spChg>
        <pc:spChg chg="mod">
          <ac:chgData name="Pina Orlaineta, Jonathan" userId="0b6f75f8-87a1-4c99-bd02-7008807dd205" providerId="ADAL" clId="{F7D5DD3D-33E4-459E-B0D9-42503C5C48E6}" dt="2026-10-15T16:26:54.697" v="841" actId="20577"/>
          <ac:spMkLst>
            <pc:docMk/>
            <pc:sldMk cId="2799895289" sldId="267"/>
            <ac:spMk id="65" creationId="{FA5C4D01-2D3C-BB0A-2E52-933830C0A388}"/>
          </ac:spMkLst>
        </pc:spChg>
        <pc:spChg chg="mod">
          <ac:chgData name="Pina Orlaineta, Jonathan" userId="0b6f75f8-87a1-4c99-bd02-7008807dd205" providerId="ADAL" clId="{F7D5DD3D-33E4-459E-B0D9-42503C5C48E6}" dt="2026-10-15T16:32:21.704" v="904" actId="14100"/>
          <ac:spMkLst>
            <pc:docMk/>
            <pc:sldMk cId="2799895289" sldId="267"/>
            <ac:spMk id="67" creationId="{65E6E67C-F742-F8C9-533D-2496CD939553}"/>
          </ac:spMkLst>
        </pc:spChg>
        <pc:spChg chg="mod">
          <ac:chgData name="Pina Orlaineta, Jonathan" userId="0b6f75f8-87a1-4c99-bd02-7008807dd205" providerId="ADAL" clId="{F7D5DD3D-33E4-459E-B0D9-42503C5C48E6}" dt="2026-10-15T16:27:00.008" v="845" actId="20577"/>
          <ac:spMkLst>
            <pc:docMk/>
            <pc:sldMk cId="2799895289" sldId="267"/>
            <ac:spMk id="68" creationId="{C3C25AAA-43AF-390A-41D2-28D0F1961F74}"/>
          </ac:spMkLst>
        </pc:spChg>
        <pc:spChg chg="add del">
          <ac:chgData name="Pina Orlaineta, Jonathan" userId="0b6f75f8-87a1-4c99-bd02-7008807dd205" providerId="ADAL" clId="{F7D5DD3D-33E4-459E-B0D9-42503C5C48E6}" dt="2026-10-15T16:13:17.867" v="473" actId="22"/>
          <ac:spMkLst>
            <pc:docMk/>
            <pc:sldMk cId="2799895289" sldId="267"/>
            <ac:spMk id="70" creationId="{A3C6A72C-B620-F4B1-13D9-24333FF14BC4}"/>
          </ac:spMkLst>
        </pc:spChg>
        <pc:spChg chg="add mod">
          <ac:chgData name="Pina Orlaineta, Jonathan" userId="0b6f75f8-87a1-4c99-bd02-7008807dd205" providerId="ADAL" clId="{F7D5DD3D-33E4-459E-B0D9-42503C5C48E6}" dt="2026-10-15T20:38:38.487" v="5107" actId="1076"/>
          <ac:spMkLst>
            <pc:docMk/>
            <pc:sldMk cId="2799895289" sldId="267"/>
            <ac:spMk id="72" creationId="{8CE70DC7-F9A0-8B78-3C11-10D954865956}"/>
          </ac:spMkLst>
        </pc:spChg>
        <pc:spChg chg="add mod">
          <ac:chgData name="Pina Orlaineta, Jonathan" userId="0b6f75f8-87a1-4c99-bd02-7008807dd205" providerId="ADAL" clId="{F7D5DD3D-33E4-459E-B0D9-42503C5C48E6}" dt="2026-10-15T20:38:40.751" v="5108" actId="113"/>
          <ac:spMkLst>
            <pc:docMk/>
            <pc:sldMk cId="2799895289" sldId="267"/>
            <ac:spMk id="74" creationId="{B01C11F5-D78F-5004-BF33-4A73B4D6A6B0}"/>
          </ac:spMkLst>
        </pc:spChg>
        <pc:grpChg chg="mod">
          <ac:chgData name="Pina Orlaineta, Jonathan" userId="0b6f75f8-87a1-4c99-bd02-7008807dd205" providerId="ADAL" clId="{F7D5DD3D-33E4-459E-B0D9-42503C5C48E6}" dt="2026-10-15T18:49:59.927" v="3599" actId="1076"/>
          <ac:grpSpMkLst>
            <pc:docMk/>
            <pc:sldMk cId="2799895289" sldId="267"/>
            <ac:grpSpMk id="51" creationId="{988C5AED-8E29-913A-1AD6-30C4008C2C4E}"/>
          </ac:grpSpMkLst>
        </pc:grpChg>
        <pc:grpChg chg="mod">
          <ac:chgData name="Pina Orlaineta, Jonathan" userId="0b6f75f8-87a1-4c99-bd02-7008807dd205" providerId="ADAL" clId="{F7D5DD3D-33E4-459E-B0D9-42503C5C48E6}" dt="2026-10-15T18:49:59.927" v="3599" actId="1076"/>
          <ac:grpSpMkLst>
            <pc:docMk/>
            <pc:sldMk cId="2799895289" sldId="267"/>
            <ac:grpSpMk id="52" creationId="{0117A024-3F2E-7E55-3A33-1E0D36EA3714}"/>
          </ac:grpSpMkLst>
        </pc:grpChg>
        <pc:grpChg chg="mod">
          <ac:chgData name="Pina Orlaineta, Jonathan" userId="0b6f75f8-87a1-4c99-bd02-7008807dd205" providerId="ADAL" clId="{F7D5DD3D-33E4-459E-B0D9-42503C5C48E6}" dt="2026-10-15T18:49:59.927" v="3599" actId="1076"/>
          <ac:grpSpMkLst>
            <pc:docMk/>
            <pc:sldMk cId="2799895289" sldId="267"/>
            <ac:grpSpMk id="75" creationId="{0D572499-5680-DDCF-8609-638105145061}"/>
          </ac:grpSpMkLst>
        </pc:grpChg>
      </pc:sldChg>
      <pc:sldChg chg="delSp modSp add mod ord">
        <pc:chgData name="Pina Orlaineta, Jonathan" userId="0b6f75f8-87a1-4c99-bd02-7008807dd205" providerId="ADAL" clId="{F7D5DD3D-33E4-459E-B0D9-42503C5C48E6}" dt="2026-10-16T15:12:28.378" v="5169" actId="14100"/>
        <pc:sldMkLst>
          <pc:docMk/>
          <pc:sldMk cId="3446865420" sldId="268"/>
        </pc:sldMkLst>
        <pc:spChg chg="mod">
          <ac:chgData name="Pina Orlaineta, Jonathan" userId="0b6f75f8-87a1-4c99-bd02-7008807dd205" providerId="ADAL" clId="{F7D5DD3D-33E4-459E-B0D9-42503C5C48E6}" dt="2026-10-15T16:14:51.787" v="554" actId="20577"/>
          <ac:spMkLst>
            <pc:docMk/>
            <pc:sldMk cId="3446865420" sldId="268"/>
            <ac:spMk id="4" creationId="{EB09B690-CA08-F3C8-6181-AA298AC978CF}"/>
          </ac:spMkLst>
        </pc:spChg>
        <pc:spChg chg="mod">
          <ac:chgData name="Pina Orlaineta, Jonathan" userId="0b6f75f8-87a1-4c99-bd02-7008807dd205" providerId="ADAL" clId="{F7D5DD3D-33E4-459E-B0D9-42503C5C48E6}" dt="2026-10-15T16:10:03.279" v="308" actId="20577"/>
          <ac:spMkLst>
            <pc:docMk/>
            <pc:sldMk cId="3446865420" sldId="268"/>
            <ac:spMk id="6" creationId="{C2C36C57-C8F9-4588-F50A-EA9581CE8E61}"/>
          </ac:spMkLst>
        </pc:spChg>
        <pc:spChg chg="del">
          <ac:chgData name="Pina Orlaineta, Jonathan" userId="0b6f75f8-87a1-4c99-bd02-7008807dd205" providerId="ADAL" clId="{F7D5DD3D-33E4-459E-B0D9-42503C5C48E6}" dt="2026-10-15T18:56:36.129" v="4078" actId="478"/>
          <ac:spMkLst>
            <pc:docMk/>
            <pc:sldMk cId="3446865420" sldId="268"/>
            <ac:spMk id="7" creationId="{B8FCC1C8-743A-4BB2-D143-9CCFC3BE45A1}"/>
          </ac:spMkLst>
        </pc:spChg>
        <pc:spChg chg="mod">
          <ac:chgData name="Pina Orlaineta, Jonathan" userId="0b6f75f8-87a1-4c99-bd02-7008807dd205" providerId="ADAL" clId="{F7D5DD3D-33E4-459E-B0D9-42503C5C48E6}" dt="2026-10-15T18:52:12.888" v="3791"/>
          <ac:spMkLst>
            <pc:docMk/>
            <pc:sldMk cId="3446865420" sldId="268"/>
            <ac:spMk id="8" creationId="{6D4E660F-3605-EA0A-65F1-1C99DD2A5524}"/>
          </ac:spMkLst>
        </pc:spChg>
        <pc:spChg chg="mod">
          <ac:chgData name="Pina Orlaineta, Jonathan" userId="0b6f75f8-87a1-4c99-bd02-7008807dd205" providerId="ADAL" clId="{F7D5DD3D-33E4-459E-B0D9-42503C5C48E6}" dt="2026-10-15T18:52:10.166" v="3789" actId="21"/>
          <ac:spMkLst>
            <pc:docMk/>
            <pc:sldMk cId="3446865420" sldId="268"/>
            <ac:spMk id="9" creationId="{0622C039-37F6-3169-91A9-C0BD57173D81}"/>
          </ac:spMkLst>
        </pc:spChg>
        <pc:spChg chg="mod">
          <ac:chgData name="Pina Orlaineta, Jonathan" userId="0b6f75f8-87a1-4c99-bd02-7008807dd205" providerId="ADAL" clId="{F7D5DD3D-33E4-459E-B0D9-42503C5C48E6}" dt="2026-10-15T18:56:29.761" v="4077" actId="1076"/>
          <ac:spMkLst>
            <pc:docMk/>
            <pc:sldMk cId="3446865420" sldId="268"/>
            <ac:spMk id="10" creationId="{A7569B1B-990A-9262-4C7C-283F95A90D3E}"/>
          </ac:spMkLst>
        </pc:spChg>
        <pc:spChg chg="mod">
          <ac:chgData name="Pina Orlaineta, Jonathan" userId="0b6f75f8-87a1-4c99-bd02-7008807dd205" providerId="ADAL" clId="{F7D5DD3D-33E4-459E-B0D9-42503C5C48E6}" dt="2026-10-16T15:11:09.997" v="5154" actId="14100"/>
          <ac:spMkLst>
            <pc:docMk/>
            <pc:sldMk cId="3446865420" sldId="268"/>
            <ac:spMk id="11" creationId="{5D71B1DF-8D8A-C0DF-F9F8-0E19DDB00176}"/>
          </ac:spMkLst>
        </pc:spChg>
        <pc:spChg chg="mod">
          <ac:chgData name="Pina Orlaineta, Jonathan" userId="0b6f75f8-87a1-4c99-bd02-7008807dd205" providerId="ADAL" clId="{F7D5DD3D-33E4-459E-B0D9-42503C5C48E6}" dt="2026-10-15T18:52:52.607" v="3795" actId="20577"/>
          <ac:spMkLst>
            <pc:docMk/>
            <pc:sldMk cId="3446865420" sldId="268"/>
            <ac:spMk id="12" creationId="{E2BA5C4A-19BB-5F4C-5FDE-B5C638154787}"/>
          </ac:spMkLst>
        </pc:spChg>
        <pc:spChg chg="mod">
          <ac:chgData name="Pina Orlaineta, Jonathan" userId="0b6f75f8-87a1-4c99-bd02-7008807dd205" providerId="ADAL" clId="{F7D5DD3D-33E4-459E-B0D9-42503C5C48E6}" dt="2026-10-15T18:56:29.761" v="4077" actId="1076"/>
          <ac:spMkLst>
            <pc:docMk/>
            <pc:sldMk cId="3446865420" sldId="268"/>
            <ac:spMk id="13" creationId="{916153F8-4B72-52B7-10CF-AB0ADE272232}"/>
          </ac:spMkLst>
        </pc:spChg>
        <pc:spChg chg="mod">
          <ac:chgData name="Pina Orlaineta, Jonathan" userId="0b6f75f8-87a1-4c99-bd02-7008807dd205" providerId="ADAL" clId="{F7D5DD3D-33E4-459E-B0D9-42503C5C48E6}" dt="2026-10-16T15:12:03.371" v="5164" actId="14100"/>
          <ac:spMkLst>
            <pc:docMk/>
            <pc:sldMk cId="3446865420" sldId="268"/>
            <ac:spMk id="14" creationId="{D872DA65-6637-1A25-9942-B89707D88616}"/>
          </ac:spMkLst>
        </pc:spChg>
        <pc:spChg chg="mod">
          <ac:chgData name="Pina Orlaineta, Jonathan" userId="0b6f75f8-87a1-4c99-bd02-7008807dd205" providerId="ADAL" clId="{F7D5DD3D-33E4-459E-B0D9-42503C5C48E6}" dt="2026-10-15T18:53:50.458" v="3839" actId="113"/>
          <ac:spMkLst>
            <pc:docMk/>
            <pc:sldMk cId="3446865420" sldId="268"/>
            <ac:spMk id="15" creationId="{A7375C85-FC60-4A68-124B-749155804F36}"/>
          </ac:spMkLst>
        </pc:spChg>
        <pc:spChg chg="mod">
          <ac:chgData name="Pina Orlaineta, Jonathan" userId="0b6f75f8-87a1-4c99-bd02-7008807dd205" providerId="ADAL" clId="{F7D5DD3D-33E4-459E-B0D9-42503C5C48E6}" dt="2026-10-16T15:11:06.158" v="5153" actId="14100"/>
          <ac:spMkLst>
            <pc:docMk/>
            <pc:sldMk cId="3446865420" sldId="268"/>
            <ac:spMk id="17" creationId="{504454AB-BC56-8196-EF4F-5CF87C2293F9}"/>
          </ac:spMkLst>
        </pc:spChg>
        <pc:spChg chg="mod">
          <ac:chgData name="Pina Orlaineta, Jonathan" userId="0b6f75f8-87a1-4c99-bd02-7008807dd205" providerId="ADAL" clId="{F7D5DD3D-33E4-459E-B0D9-42503C5C48E6}" dt="2026-10-15T18:56:29.761" v="4077" actId="1076"/>
          <ac:spMkLst>
            <pc:docMk/>
            <pc:sldMk cId="3446865420" sldId="268"/>
            <ac:spMk id="18" creationId="{F6C8D48C-6FFF-D73E-569F-3E9C22A4CB43}"/>
          </ac:spMkLst>
        </pc:spChg>
        <pc:spChg chg="mod">
          <ac:chgData name="Pina Orlaineta, Jonathan" userId="0b6f75f8-87a1-4c99-bd02-7008807dd205" providerId="ADAL" clId="{F7D5DD3D-33E4-459E-B0D9-42503C5C48E6}" dt="2026-10-15T18:56:29.761" v="4077" actId="1076"/>
          <ac:spMkLst>
            <pc:docMk/>
            <pc:sldMk cId="3446865420" sldId="268"/>
            <ac:spMk id="19" creationId="{E4CEFACC-CEE0-61BF-532B-4B3D2FC859CF}"/>
          </ac:spMkLst>
        </pc:spChg>
        <pc:spChg chg="mod">
          <ac:chgData name="Pina Orlaineta, Jonathan" userId="0b6f75f8-87a1-4c99-bd02-7008807dd205" providerId="ADAL" clId="{F7D5DD3D-33E4-459E-B0D9-42503C5C48E6}" dt="2026-10-16T15:12:16.159" v="5166" actId="14100"/>
          <ac:spMkLst>
            <pc:docMk/>
            <pc:sldMk cId="3446865420" sldId="268"/>
            <ac:spMk id="20" creationId="{2914F1DE-83A4-17CE-EA2D-FAEE2DD4204E}"/>
          </ac:spMkLst>
        </pc:spChg>
        <pc:spChg chg="mod">
          <ac:chgData name="Pina Orlaineta, Jonathan" userId="0b6f75f8-87a1-4c99-bd02-7008807dd205" providerId="ADAL" clId="{F7D5DD3D-33E4-459E-B0D9-42503C5C48E6}" dt="2026-10-15T18:53:26.934" v="3823" actId="20577"/>
          <ac:spMkLst>
            <pc:docMk/>
            <pc:sldMk cId="3446865420" sldId="268"/>
            <ac:spMk id="21" creationId="{4B0D209B-FFCE-2758-3502-8017CD677C14}"/>
          </ac:spMkLst>
        </pc:spChg>
        <pc:spChg chg="mod">
          <ac:chgData name="Pina Orlaineta, Jonathan" userId="0b6f75f8-87a1-4c99-bd02-7008807dd205" providerId="ADAL" clId="{F7D5DD3D-33E4-459E-B0D9-42503C5C48E6}" dt="2026-10-16T15:11:02.411" v="5152" actId="14100"/>
          <ac:spMkLst>
            <pc:docMk/>
            <pc:sldMk cId="3446865420" sldId="268"/>
            <ac:spMk id="23" creationId="{3D3985B1-11B7-72B3-94B4-3C39D2777D32}"/>
          </ac:spMkLst>
        </pc:spChg>
        <pc:spChg chg="mod">
          <ac:chgData name="Pina Orlaineta, Jonathan" userId="0b6f75f8-87a1-4c99-bd02-7008807dd205" providerId="ADAL" clId="{F7D5DD3D-33E4-459E-B0D9-42503C5C48E6}" dt="2026-10-15T18:53:04.326" v="3803" actId="20577"/>
          <ac:spMkLst>
            <pc:docMk/>
            <pc:sldMk cId="3446865420" sldId="268"/>
            <ac:spMk id="24" creationId="{406E253C-22F7-A284-261F-8E151EFD54FD}"/>
          </ac:spMkLst>
        </pc:spChg>
        <pc:spChg chg="mod">
          <ac:chgData name="Pina Orlaineta, Jonathan" userId="0b6f75f8-87a1-4c99-bd02-7008807dd205" providerId="ADAL" clId="{F7D5DD3D-33E4-459E-B0D9-42503C5C48E6}" dt="2026-10-15T18:56:29.761" v="4077" actId="1076"/>
          <ac:spMkLst>
            <pc:docMk/>
            <pc:sldMk cId="3446865420" sldId="268"/>
            <ac:spMk id="25" creationId="{E29A55E8-0739-70DF-67BE-D8468ADCC72C}"/>
          </ac:spMkLst>
        </pc:spChg>
        <pc:spChg chg="mod">
          <ac:chgData name="Pina Orlaineta, Jonathan" userId="0b6f75f8-87a1-4c99-bd02-7008807dd205" providerId="ADAL" clId="{F7D5DD3D-33E4-459E-B0D9-42503C5C48E6}" dt="2026-10-16T15:12:18.720" v="5167" actId="14100"/>
          <ac:spMkLst>
            <pc:docMk/>
            <pc:sldMk cId="3446865420" sldId="268"/>
            <ac:spMk id="26" creationId="{3885EF6E-3A52-A651-289E-3ED876CA9683}"/>
          </ac:spMkLst>
        </pc:spChg>
        <pc:spChg chg="mod">
          <ac:chgData name="Pina Orlaineta, Jonathan" userId="0b6f75f8-87a1-4c99-bd02-7008807dd205" providerId="ADAL" clId="{F7D5DD3D-33E4-459E-B0D9-42503C5C48E6}" dt="2026-10-15T18:53:32.672" v="3828" actId="20577"/>
          <ac:spMkLst>
            <pc:docMk/>
            <pc:sldMk cId="3446865420" sldId="268"/>
            <ac:spMk id="27" creationId="{AB883491-3D4C-A44E-2020-569F7BF11E02}"/>
          </ac:spMkLst>
        </pc:spChg>
        <pc:spChg chg="mod">
          <ac:chgData name="Pina Orlaineta, Jonathan" userId="0b6f75f8-87a1-4c99-bd02-7008807dd205" providerId="ADAL" clId="{F7D5DD3D-33E4-459E-B0D9-42503C5C48E6}" dt="2026-10-16T15:11:34.292" v="5159" actId="14100"/>
          <ac:spMkLst>
            <pc:docMk/>
            <pc:sldMk cId="3446865420" sldId="268"/>
            <ac:spMk id="29" creationId="{9F49391E-AAD0-1998-25FD-91C1F427A492}"/>
          </ac:spMkLst>
        </pc:spChg>
        <pc:spChg chg="mod">
          <ac:chgData name="Pina Orlaineta, Jonathan" userId="0b6f75f8-87a1-4c99-bd02-7008807dd205" providerId="ADAL" clId="{F7D5DD3D-33E4-459E-B0D9-42503C5C48E6}" dt="2026-10-15T18:53:08.895" v="3808" actId="20577"/>
          <ac:spMkLst>
            <pc:docMk/>
            <pc:sldMk cId="3446865420" sldId="268"/>
            <ac:spMk id="30" creationId="{5E004A06-93CD-1369-604F-8AE06CF520AF}"/>
          </ac:spMkLst>
        </pc:spChg>
        <pc:spChg chg="mod">
          <ac:chgData name="Pina Orlaineta, Jonathan" userId="0b6f75f8-87a1-4c99-bd02-7008807dd205" providerId="ADAL" clId="{F7D5DD3D-33E4-459E-B0D9-42503C5C48E6}" dt="2026-10-15T18:56:29.761" v="4077" actId="1076"/>
          <ac:spMkLst>
            <pc:docMk/>
            <pc:sldMk cId="3446865420" sldId="268"/>
            <ac:spMk id="31" creationId="{B8821DA2-DFA6-DAFA-C2E8-398226C12E90}"/>
          </ac:spMkLst>
        </pc:spChg>
        <pc:spChg chg="mod">
          <ac:chgData name="Pina Orlaineta, Jonathan" userId="0b6f75f8-87a1-4c99-bd02-7008807dd205" providerId="ADAL" clId="{F7D5DD3D-33E4-459E-B0D9-42503C5C48E6}" dt="2026-10-16T15:12:22.228" v="5168" actId="14100"/>
          <ac:spMkLst>
            <pc:docMk/>
            <pc:sldMk cId="3446865420" sldId="268"/>
            <ac:spMk id="32" creationId="{0A932446-9EC9-2770-5774-B537A79C33BC}"/>
          </ac:spMkLst>
        </pc:spChg>
        <pc:spChg chg="mod">
          <ac:chgData name="Pina Orlaineta, Jonathan" userId="0b6f75f8-87a1-4c99-bd02-7008807dd205" providerId="ADAL" clId="{F7D5DD3D-33E4-459E-B0D9-42503C5C48E6}" dt="2026-10-15T18:53:49.272" v="3838" actId="113"/>
          <ac:spMkLst>
            <pc:docMk/>
            <pc:sldMk cId="3446865420" sldId="268"/>
            <ac:spMk id="33" creationId="{19C1AE19-AE49-F7E3-46D5-E9D182FAC467}"/>
          </ac:spMkLst>
        </pc:spChg>
        <pc:spChg chg="mod">
          <ac:chgData name="Pina Orlaineta, Jonathan" userId="0b6f75f8-87a1-4c99-bd02-7008807dd205" providerId="ADAL" clId="{F7D5DD3D-33E4-459E-B0D9-42503C5C48E6}" dt="2026-10-15T18:56:29.761" v="4077" actId="1076"/>
          <ac:spMkLst>
            <pc:docMk/>
            <pc:sldMk cId="3446865420" sldId="268"/>
            <ac:spMk id="34" creationId="{32449CCF-1F38-0F4B-D39E-546D21603139}"/>
          </ac:spMkLst>
        </pc:spChg>
        <pc:spChg chg="mod">
          <ac:chgData name="Pina Orlaineta, Jonathan" userId="0b6f75f8-87a1-4c99-bd02-7008807dd205" providerId="ADAL" clId="{F7D5DD3D-33E4-459E-B0D9-42503C5C48E6}" dt="2026-10-16T15:11:31.459" v="5158" actId="14100"/>
          <ac:spMkLst>
            <pc:docMk/>
            <pc:sldMk cId="3446865420" sldId="268"/>
            <ac:spMk id="35" creationId="{8A0EA9D8-E481-019D-3441-87410DDAA752}"/>
          </ac:spMkLst>
        </pc:spChg>
        <pc:spChg chg="mod">
          <ac:chgData name="Pina Orlaineta, Jonathan" userId="0b6f75f8-87a1-4c99-bd02-7008807dd205" providerId="ADAL" clId="{F7D5DD3D-33E4-459E-B0D9-42503C5C48E6}" dt="2026-10-15T18:53:13.266" v="3813" actId="20577"/>
          <ac:spMkLst>
            <pc:docMk/>
            <pc:sldMk cId="3446865420" sldId="268"/>
            <ac:spMk id="36" creationId="{D195F12B-9D45-532F-8D37-2BD940CCD913}"/>
          </ac:spMkLst>
        </pc:spChg>
        <pc:spChg chg="mod">
          <ac:chgData name="Pina Orlaineta, Jonathan" userId="0b6f75f8-87a1-4c99-bd02-7008807dd205" providerId="ADAL" clId="{F7D5DD3D-33E4-459E-B0D9-42503C5C48E6}" dt="2026-10-15T18:56:29.761" v="4077" actId="1076"/>
          <ac:spMkLst>
            <pc:docMk/>
            <pc:sldMk cId="3446865420" sldId="268"/>
            <ac:spMk id="37" creationId="{51424FA2-DA4F-95A0-7628-F75C03080B2B}"/>
          </ac:spMkLst>
        </pc:spChg>
        <pc:spChg chg="mod">
          <ac:chgData name="Pina Orlaineta, Jonathan" userId="0b6f75f8-87a1-4c99-bd02-7008807dd205" providerId="ADAL" clId="{F7D5DD3D-33E4-459E-B0D9-42503C5C48E6}" dt="2026-10-16T15:12:28.378" v="5169" actId="14100"/>
          <ac:spMkLst>
            <pc:docMk/>
            <pc:sldMk cId="3446865420" sldId="268"/>
            <ac:spMk id="38" creationId="{C5C25D8A-614A-9EB8-95C7-D2FFB1679E07}"/>
          </ac:spMkLst>
        </pc:spChg>
        <pc:spChg chg="mod">
          <ac:chgData name="Pina Orlaineta, Jonathan" userId="0b6f75f8-87a1-4c99-bd02-7008807dd205" providerId="ADAL" clId="{F7D5DD3D-33E4-459E-B0D9-42503C5C48E6}" dt="2026-10-15T18:53:47.209" v="3837" actId="20577"/>
          <ac:spMkLst>
            <pc:docMk/>
            <pc:sldMk cId="3446865420" sldId="268"/>
            <ac:spMk id="39" creationId="{6A086F0B-9EFD-BB74-EB17-E2DB52E46B98}"/>
          </ac:spMkLst>
        </pc:spChg>
        <pc:spChg chg="del">
          <ac:chgData name="Pina Orlaineta, Jonathan" userId="0b6f75f8-87a1-4c99-bd02-7008807dd205" providerId="ADAL" clId="{F7D5DD3D-33E4-459E-B0D9-42503C5C48E6}" dt="2026-10-15T16:18:54.639" v="627" actId="478"/>
          <ac:spMkLst>
            <pc:docMk/>
            <pc:sldMk cId="3446865420" sldId="268"/>
            <ac:spMk id="40" creationId="{0ABCE3D3-0072-CD37-3080-9A8C980392F1}"/>
          </ac:spMkLst>
        </pc:spChg>
        <pc:spChg chg="del">
          <ac:chgData name="Pina Orlaineta, Jonathan" userId="0b6f75f8-87a1-4c99-bd02-7008807dd205" providerId="ADAL" clId="{F7D5DD3D-33E4-459E-B0D9-42503C5C48E6}" dt="2026-10-15T16:18:54.639" v="627" actId="478"/>
          <ac:spMkLst>
            <pc:docMk/>
            <pc:sldMk cId="3446865420" sldId="268"/>
            <ac:spMk id="41" creationId="{747608FA-8646-6282-D9C6-1F17AEE2D145}"/>
          </ac:spMkLst>
        </pc:spChg>
        <pc:spChg chg="del">
          <ac:chgData name="Pina Orlaineta, Jonathan" userId="0b6f75f8-87a1-4c99-bd02-7008807dd205" providerId="ADAL" clId="{F7D5DD3D-33E4-459E-B0D9-42503C5C48E6}" dt="2026-10-15T16:18:54.639" v="627" actId="478"/>
          <ac:spMkLst>
            <pc:docMk/>
            <pc:sldMk cId="3446865420" sldId="268"/>
            <ac:spMk id="42" creationId="{5DA037A7-C297-DE36-80B6-8E87F82F45B9}"/>
          </ac:spMkLst>
        </pc:spChg>
        <pc:spChg chg="del">
          <ac:chgData name="Pina Orlaineta, Jonathan" userId="0b6f75f8-87a1-4c99-bd02-7008807dd205" providerId="ADAL" clId="{F7D5DD3D-33E4-459E-B0D9-42503C5C48E6}" dt="2026-10-15T16:18:54.639" v="627" actId="478"/>
          <ac:spMkLst>
            <pc:docMk/>
            <pc:sldMk cId="3446865420" sldId="268"/>
            <ac:spMk id="43" creationId="{7C92DA1B-A9D8-35EB-FA5B-590CAD2D9EF8}"/>
          </ac:spMkLst>
        </pc:spChg>
        <pc:spChg chg="del">
          <ac:chgData name="Pina Orlaineta, Jonathan" userId="0b6f75f8-87a1-4c99-bd02-7008807dd205" providerId="ADAL" clId="{F7D5DD3D-33E4-459E-B0D9-42503C5C48E6}" dt="2026-10-15T16:18:54.639" v="627" actId="478"/>
          <ac:spMkLst>
            <pc:docMk/>
            <pc:sldMk cId="3446865420" sldId="268"/>
            <ac:spMk id="44" creationId="{22D3E002-03DF-6D10-4671-8174C3DC638B}"/>
          </ac:spMkLst>
        </pc:spChg>
        <pc:spChg chg="del">
          <ac:chgData name="Pina Orlaineta, Jonathan" userId="0b6f75f8-87a1-4c99-bd02-7008807dd205" providerId="ADAL" clId="{F7D5DD3D-33E4-459E-B0D9-42503C5C48E6}" dt="2026-10-15T16:18:54.639" v="627" actId="478"/>
          <ac:spMkLst>
            <pc:docMk/>
            <pc:sldMk cId="3446865420" sldId="268"/>
            <ac:spMk id="45" creationId="{B547F9A3-8429-038E-F9D0-363FE827B2A2}"/>
          </ac:spMkLst>
        </pc:spChg>
        <pc:spChg chg="del">
          <ac:chgData name="Pina Orlaineta, Jonathan" userId="0b6f75f8-87a1-4c99-bd02-7008807dd205" providerId="ADAL" clId="{F7D5DD3D-33E4-459E-B0D9-42503C5C48E6}" dt="2026-10-15T16:18:54.639" v="627" actId="478"/>
          <ac:spMkLst>
            <pc:docMk/>
            <pc:sldMk cId="3446865420" sldId="268"/>
            <ac:spMk id="46" creationId="{B219442C-E539-69E7-47AB-5EEF4E986A28}"/>
          </ac:spMkLst>
        </pc:spChg>
        <pc:spChg chg="del">
          <ac:chgData name="Pina Orlaineta, Jonathan" userId="0b6f75f8-87a1-4c99-bd02-7008807dd205" providerId="ADAL" clId="{F7D5DD3D-33E4-459E-B0D9-42503C5C48E6}" dt="2026-10-15T16:18:54.639" v="627" actId="478"/>
          <ac:spMkLst>
            <pc:docMk/>
            <pc:sldMk cId="3446865420" sldId="268"/>
            <ac:spMk id="47" creationId="{AA2C689C-AE27-2F94-AA55-165686D11F8C}"/>
          </ac:spMkLst>
        </pc:spChg>
        <pc:spChg chg="mod">
          <ac:chgData name="Pina Orlaineta, Jonathan" userId="0b6f75f8-87a1-4c99-bd02-7008807dd205" providerId="ADAL" clId="{F7D5DD3D-33E4-459E-B0D9-42503C5C48E6}" dt="2026-10-15T18:56:23.609" v="4076" actId="1076"/>
          <ac:spMkLst>
            <pc:docMk/>
            <pc:sldMk cId="3446865420" sldId="268"/>
            <ac:spMk id="48" creationId="{9AE38745-CE8C-DFB3-6120-0B6F9D194979}"/>
          </ac:spMkLst>
        </pc:spChg>
        <pc:spChg chg="mod">
          <ac:chgData name="Pina Orlaineta, Jonathan" userId="0b6f75f8-87a1-4c99-bd02-7008807dd205" providerId="ADAL" clId="{F7D5DD3D-33E4-459E-B0D9-42503C5C48E6}" dt="2026-10-15T20:37:34.310" v="5048" actId="5793"/>
          <ac:spMkLst>
            <pc:docMk/>
            <pc:sldMk cId="3446865420" sldId="268"/>
            <ac:spMk id="49" creationId="{7DCC063C-702D-D7A4-F949-8872E5B2E926}"/>
          </ac:spMkLst>
        </pc:spChg>
      </pc:sldChg>
      <pc:sldChg chg="addSp delSp modSp add mod ord">
        <pc:chgData name="Pina Orlaineta, Jonathan" userId="0b6f75f8-87a1-4c99-bd02-7008807dd205" providerId="ADAL" clId="{F7D5DD3D-33E4-459E-B0D9-42503C5C48E6}" dt="2026-10-15T18:58:55.240" v="4202" actId="1076"/>
        <pc:sldMkLst>
          <pc:docMk/>
          <pc:sldMk cId="461334715" sldId="269"/>
        </pc:sldMkLst>
        <pc:spChg chg="mod">
          <ac:chgData name="Pina Orlaineta, Jonathan" userId="0b6f75f8-87a1-4c99-bd02-7008807dd205" providerId="ADAL" clId="{F7D5DD3D-33E4-459E-B0D9-42503C5C48E6}" dt="2026-10-15T16:15:01.257" v="558" actId="20577"/>
          <ac:spMkLst>
            <pc:docMk/>
            <pc:sldMk cId="461334715" sldId="269"/>
            <ac:spMk id="4" creationId="{E077BBEF-F54C-D998-F251-3340EFA28666}"/>
          </ac:spMkLst>
        </pc:spChg>
        <pc:spChg chg="mod">
          <ac:chgData name="Pina Orlaineta, Jonathan" userId="0b6f75f8-87a1-4c99-bd02-7008807dd205" providerId="ADAL" clId="{F7D5DD3D-33E4-459E-B0D9-42503C5C48E6}" dt="2026-10-15T16:10:34.805" v="356" actId="20577"/>
          <ac:spMkLst>
            <pc:docMk/>
            <pc:sldMk cId="461334715" sldId="269"/>
            <ac:spMk id="6" creationId="{745C6ED2-EB06-A0C4-7C62-31E4EEA0C13F}"/>
          </ac:spMkLst>
        </pc:spChg>
        <pc:spChg chg="del">
          <ac:chgData name="Pina Orlaineta, Jonathan" userId="0b6f75f8-87a1-4c99-bd02-7008807dd205" providerId="ADAL" clId="{F7D5DD3D-33E4-459E-B0D9-42503C5C48E6}" dt="2026-10-15T18:50:04.392" v="3600" actId="478"/>
          <ac:spMkLst>
            <pc:docMk/>
            <pc:sldMk cId="461334715" sldId="269"/>
            <ac:spMk id="7" creationId="{5178B145-A3A0-A8EB-6905-0A841EB93EEA}"/>
          </ac:spMkLst>
        </pc:spChg>
        <pc:spChg chg="mod">
          <ac:chgData name="Pina Orlaineta, Jonathan" userId="0b6f75f8-87a1-4c99-bd02-7008807dd205" providerId="ADAL" clId="{F7D5DD3D-33E4-459E-B0D9-42503C5C48E6}" dt="2026-10-15T16:11:33.666" v="426" actId="21"/>
          <ac:spMkLst>
            <pc:docMk/>
            <pc:sldMk cId="461334715" sldId="269"/>
            <ac:spMk id="8" creationId="{6586B828-0C02-A7DB-1D68-36F549DADD63}"/>
          </ac:spMkLst>
        </pc:spChg>
        <pc:spChg chg="mod">
          <ac:chgData name="Pina Orlaineta, Jonathan" userId="0b6f75f8-87a1-4c99-bd02-7008807dd205" providerId="ADAL" clId="{F7D5DD3D-33E4-459E-B0D9-42503C5C48E6}" dt="2026-10-15T16:39:50.410" v="1406"/>
          <ac:spMkLst>
            <pc:docMk/>
            <pc:sldMk cId="461334715" sldId="269"/>
            <ac:spMk id="9" creationId="{E38FF73B-3A40-147C-2914-0454BB9B3E07}"/>
          </ac:spMkLst>
        </pc:spChg>
        <pc:spChg chg="mod">
          <ac:chgData name="Pina Orlaineta, Jonathan" userId="0b6f75f8-87a1-4c99-bd02-7008807dd205" providerId="ADAL" clId="{F7D5DD3D-33E4-459E-B0D9-42503C5C48E6}" dt="2026-10-15T16:33:07.019" v="913" actId="14100"/>
          <ac:spMkLst>
            <pc:docMk/>
            <pc:sldMk cId="461334715" sldId="269"/>
            <ac:spMk id="11" creationId="{2BC0FD5D-E88E-B4D4-8C5C-204C6F7F4155}"/>
          </ac:spMkLst>
        </pc:spChg>
        <pc:spChg chg="mod">
          <ac:chgData name="Pina Orlaineta, Jonathan" userId="0b6f75f8-87a1-4c99-bd02-7008807dd205" providerId="ADAL" clId="{F7D5DD3D-33E4-459E-B0D9-42503C5C48E6}" dt="2026-10-15T16:28:01.049" v="848" actId="20577"/>
          <ac:spMkLst>
            <pc:docMk/>
            <pc:sldMk cId="461334715" sldId="269"/>
            <ac:spMk id="12" creationId="{6249DE3F-24BD-DEAE-28B0-0970764A448F}"/>
          </ac:spMkLst>
        </pc:spChg>
        <pc:spChg chg="mod">
          <ac:chgData name="Pina Orlaineta, Jonathan" userId="0b6f75f8-87a1-4c99-bd02-7008807dd205" providerId="ADAL" clId="{F7D5DD3D-33E4-459E-B0D9-42503C5C48E6}" dt="2026-10-15T18:50:12.361" v="3601" actId="1076"/>
          <ac:spMkLst>
            <pc:docMk/>
            <pc:sldMk cId="461334715" sldId="269"/>
            <ac:spMk id="13" creationId="{8642A3BB-657B-D551-C12C-B7D951360E06}"/>
          </ac:spMkLst>
        </pc:spChg>
        <pc:spChg chg="mod">
          <ac:chgData name="Pina Orlaineta, Jonathan" userId="0b6f75f8-87a1-4c99-bd02-7008807dd205" providerId="ADAL" clId="{F7D5DD3D-33E4-459E-B0D9-42503C5C48E6}" dt="2026-10-15T18:58:20.075" v="4113" actId="208"/>
          <ac:spMkLst>
            <pc:docMk/>
            <pc:sldMk cId="461334715" sldId="269"/>
            <ac:spMk id="14" creationId="{CD5CE0BF-59FC-468A-0985-3F40403FB917}"/>
          </ac:spMkLst>
        </pc:spChg>
        <pc:spChg chg="mod">
          <ac:chgData name="Pina Orlaineta, Jonathan" userId="0b6f75f8-87a1-4c99-bd02-7008807dd205" providerId="ADAL" clId="{F7D5DD3D-33E4-459E-B0D9-42503C5C48E6}" dt="2026-10-15T18:58:05.838" v="4110" actId="113"/>
          <ac:spMkLst>
            <pc:docMk/>
            <pc:sldMk cId="461334715" sldId="269"/>
            <ac:spMk id="15" creationId="{C593F2ED-C8ED-693B-A731-8E5CCBEA0958}"/>
          </ac:spMkLst>
        </pc:spChg>
        <pc:spChg chg="mod">
          <ac:chgData name="Pina Orlaineta, Jonathan" userId="0b6f75f8-87a1-4c99-bd02-7008807dd205" providerId="ADAL" clId="{F7D5DD3D-33E4-459E-B0D9-42503C5C48E6}" dt="2026-10-15T18:50:12.361" v="3601" actId="1076"/>
          <ac:spMkLst>
            <pc:docMk/>
            <pc:sldMk cId="461334715" sldId="269"/>
            <ac:spMk id="16" creationId="{A3CF6F82-77C9-96A1-25ED-79383C4D9AD0}"/>
          </ac:spMkLst>
        </pc:spChg>
        <pc:spChg chg="mod">
          <ac:chgData name="Pina Orlaineta, Jonathan" userId="0b6f75f8-87a1-4c99-bd02-7008807dd205" providerId="ADAL" clId="{F7D5DD3D-33E4-459E-B0D9-42503C5C48E6}" dt="2026-10-15T16:33:11.593" v="914" actId="14100"/>
          <ac:spMkLst>
            <pc:docMk/>
            <pc:sldMk cId="461334715" sldId="269"/>
            <ac:spMk id="17" creationId="{482D66C0-19C6-F1E8-D1B8-95FAD35BD02A}"/>
          </ac:spMkLst>
        </pc:spChg>
        <pc:spChg chg="mod">
          <ac:chgData name="Pina Orlaineta, Jonathan" userId="0b6f75f8-87a1-4c99-bd02-7008807dd205" providerId="ADAL" clId="{F7D5DD3D-33E4-459E-B0D9-42503C5C48E6}" dt="2026-10-15T16:28:07.289" v="855" actId="20577"/>
          <ac:spMkLst>
            <pc:docMk/>
            <pc:sldMk cId="461334715" sldId="269"/>
            <ac:spMk id="18" creationId="{8FCDE170-7CE5-F580-5ED0-44E87024A4D4}"/>
          </ac:spMkLst>
        </pc:spChg>
        <pc:spChg chg="mod">
          <ac:chgData name="Pina Orlaineta, Jonathan" userId="0b6f75f8-87a1-4c99-bd02-7008807dd205" providerId="ADAL" clId="{F7D5DD3D-33E4-459E-B0D9-42503C5C48E6}" dt="2026-10-15T18:50:12.361" v="3601" actId="1076"/>
          <ac:spMkLst>
            <pc:docMk/>
            <pc:sldMk cId="461334715" sldId="269"/>
            <ac:spMk id="19" creationId="{C9426878-D580-3253-55B1-2245DB38B1B1}"/>
          </ac:spMkLst>
        </pc:spChg>
        <pc:spChg chg="mod">
          <ac:chgData name="Pina Orlaineta, Jonathan" userId="0b6f75f8-87a1-4c99-bd02-7008807dd205" providerId="ADAL" clId="{F7D5DD3D-33E4-459E-B0D9-42503C5C48E6}" dt="2026-10-15T18:57:20.440" v="4090" actId="20577"/>
          <ac:spMkLst>
            <pc:docMk/>
            <pc:sldMk cId="461334715" sldId="269"/>
            <ac:spMk id="21" creationId="{22F4562C-81D8-E1AE-00D9-1276BE7A830D}"/>
          </ac:spMkLst>
        </pc:spChg>
        <pc:spChg chg="mod">
          <ac:chgData name="Pina Orlaineta, Jonathan" userId="0b6f75f8-87a1-4c99-bd02-7008807dd205" providerId="ADAL" clId="{F7D5DD3D-33E4-459E-B0D9-42503C5C48E6}" dt="2026-10-15T18:50:12.361" v="3601" actId="1076"/>
          <ac:spMkLst>
            <pc:docMk/>
            <pc:sldMk cId="461334715" sldId="269"/>
            <ac:spMk id="22" creationId="{8CD729F3-1063-C3DA-83DE-B2E9F44D3CE7}"/>
          </ac:spMkLst>
        </pc:spChg>
        <pc:spChg chg="mod">
          <ac:chgData name="Pina Orlaineta, Jonathan" userId="0b6f75f8-87a1-4c99-bd02-7008807dd205" providerId="ADAL" clId="{F7D5DD3D-33E4-459E-B0D9-42503C5C48E6}" dt="2026-10-15T16:32:56.473" v="911" actId="14100"/>
          <ac:spMkLst>
            <pc:docMk/>
            <pc:sldMk cId="461334715" sldId="269"/>
            <ac:spMk id="23" creationId="{2801F1AD-13BC-1A25-9B2B-5C8FE56E4807}"/>
          </ac:spMkLst>
        </pc:spChg>
        <pc:spChg chg="mod">
          <ac:chgData name="Pina Orlaineta, Jonathan" userId="0b6f75f8-87a1-4c99-bd02-7008807dd205" providerId="ADAL" clId="{F7D5DD3D-33E4-459E-B0D9-42503C5C48E6}" dt="2026-10-15T18:50:12.361" v="3601" actId="1076"/>
          <ac:spMkLst>
            <pc:docMk/>
            <pc:sldMk cId="461334715" sldId="269"/>
            <ac:spMk id="24" creationId="{E484BBA5-CB24-8F19-5C9A-4EDB860E6F9F}"/>
          </ac:spMkLst>
        </pc:spChg>
        <pc:spChg chg="mod">
          <ac:chgData name="Pina Orlaineta, Jonathan" userId="0b6f75f8-87a1-4c99-bd02-7008807dd205" providerId="ADAL" clId="{F7D5DD3D-33E4-459E-B0D9-42503C5C48E6}" dt="2026-10-15T18:50:12.361" v="3601" actId="1076"/>
          <ac:spMkLst>
            <pc:docMk/>
            <pc:sldMk cId="461334715" sldId="269"/>
            <ac:spMk id="25" creationId="{043802CB-18E3-B46B-762C-0269E05E3D2F}"/>
          </ac:spMkLst>
        </pc:spChg>
        <pc:spChg chg="mod">
          <ac:chgData name="Pina Orlaineta, Jonathan" userId="0b6f75f8-87a1-4c99-bd02-7008807dd205" providerId="ADAL" clId="{F7D5DD3D-33E4-459E-B0D9-42503C5C48E6}" dt="2026-10-15T18:57:45.281" v="4106" actId="14100"/>
          <ac:spMkLst>
            <pc:docMk/>
            <pc:sldMk cId="461334715" sldId="269"/>
            <ac:spMk id="26" creationId="{AEFBD559-CA55-814A-9A62-59528AFE8CFB}"/>
          </ac:spMkLst>
        </pc:spChg>
        <pc:spChg chg="mod">
          <ac:chgData name="Pina Orlaineta, Jonathan" userId="0b6f75f8-87a1-4c99-bd02-7008807dd205" providerId="ADAL" clId="{F7D5DD3D-33E4-459E-B0D9-42503C5C48E6}" dt="2026-10-15T18:57:25.186" v="4095" actId="20577"/>
          <ac:spMkLst>
            <pc:docMk/>
            <pc:sldMk cId="461334715" sldId="269"/>
            <ac:spMk id="27" creationId="{6A97224C-6388-A563-627A-E2BAAE9B4B58}"/>
          </ac:spMkLst>
        </pc:spChg>
        <pc:spChg chg="mod">
          <ac:chgData name="Pina Orlaineta, Jonathan" userId="0b6f75f8-87a1-4c99-bd02-7008807dd205" providerId="ADAL" clId="{F7D5DD3D-33E4-459E-B0D9-42503C5C48E6}" dt="2026-10-15T18:50:12.361" v="3601" actId="1076"/>
          <ac:spMkLst>
            <pc:docMk/>
            <pc:sldMk cId="461334715" sldId="269"/>
            <ac:spMk id="29" creationId="{5AC749B9-B745-ADB0-161D-709FB8731BC2}"/>
          </ac:spMkLst>
        </pc:spChg>
        <pc:spChg chg="mod">
          <ac:chgData name="Pina Orlaineta, Jonathan" userId="0b6f75f8-87a1-4c99-bd02-7008807dd205" providerId="ADAL" clId="{F7D5DD3D-33E4-459E-B0D9-42503C5C48E6}" dt="2026-10-15T16:28:22.099" v="865" actId="20577"/>
          <ac:spMkLst>
            <pc:docMk/>
            <pc:sldMk cId="461334715" sldId="269"/>
            <ac:spMk id="30" creationId="{B5E41BBC-7692-A9F8-CCA7-E99E8268DD5D}"/>
          </ac:spMkLst>
        </pc:spChg>
        <pc:spChg chg="mod">
          <ac:chgData name="Pina Orlaineta, Jonathan" userId="0b6f75f8-87a1-4c99-bd02-7008807dd205" providerId="ADAL" clId="{F7D5DD3D-33E4-459E-B0D9-42503C5C48E6}" dt="2026-10-15T18:50:12.361" v="3601" actId="1076"/>
          <ac:spMkLst>
            <pc:docMk/>
            <pc:sldMk cId="461334715" sldId="269"/>
            <ac:spMk id="31" creationId="{76FC922F-457C-6152-BF2D-875BF82A6052}"/>
          </ac:spMkLst>
        </pc:spChg>
        <pc:spChg chg="mod">
          <ac:chgData name="Pina Orlaineta, Jonathan" userId="0b6f75f8-87a1-4c99-bd02-7008807dd205" providerId="ADAL" clId="{F7D5DD3D-33E4-459E-B0D9-42503C5C48E6}" dt="2026-10-15T18:58:27.191" v="4115" actId="208"/>
          <ac:spMkLst>
            <pc:docMk/>
            <pc:sldMk cId="461334715" sldId="269"/>
            <ac:spMk id="32" creationId="{52CF81AF-8FC6-28C4-10A8-DFE63818FCE1}"/>
          </ac:spMkLst>
        </pc:spChg>
        <pc:spChg chg="mod">
          <ac:chgData name="Pina Orlaineta, Jonathan" userId="0b6f75f8-87a1-4c99-bd02-7008807dd205" providerId="ADAL" clId="{F7D5DD3D-33E4-459E-B0D9-42503C5C48E6}" dt="2026-10-15T18:58:09.206" v="4111" actId="113"/>
          <ac:spMkLst>
            <pc:docMk/>
            <pc:sldMk cId="461334715" sldId="269"/>
            <ac:spMk id="33" creationId="{B3D196D6-4F5B-3B75-56F7-B4E5E6E40780}"/>
          </ac:spMkLst>
        </pc:spChg>
        <pc:spChg chg="mod">
          <ac:chgData name="Pina Orlaineta, Jonathan" userId="0b6f75f8-87a1-4c99-bd02-7008807dd205" providerId="ADAL" clId="{F7D5DD3D-33E4-459E-B0D9-42503C5C48E6}" dt="2026-10-15T16:33:20.559" v="915" actId="14100"/>
          <ac:spMkLst>
            <pc:docMk/>
            <pc:sldMk cId="461334715" sldId="269"/>
            <ac:spMk id="35" creationId="{844373D6-D46B-5AF6-3E83-7C7225FB2641}"/>
          </ac:spMkLst>
        </pc:spChg>
        <pc:spChg chg="mod">
          <ac:chgData name="Pina Orlaineta, Jonathan" userId="0b6f75f8-87a1-4c99-bd02-7008807dd205" providerId="ADAL" clId="{F7D5DD3D-33E4-459E-B0D9-42503C5C48E6}" dt="2026-10-15T18:50:12.361" v="3601" actId="1076"/>
          <ac:spMkLst>
            <pc:docMk/>
            <pc:sldMk cId="461334715" sldId="269"/>
            <ac:spMk id="36" creationId="{2A0CCBC2-A9E0-8B09-E13F-B3B599313592}"/>
          </ac:spMkLst>
        </pc:spChg>
        <pc:spChg chg="mod">
          <ac:chgData name="Pina Orlaineta, Jonathan" userId="0b6f75f8-87a1-4c99-bd02-7008807dd205" providerId="ADAL" clId="{F7D5DD3D-33E4-459E-B0D9-42503C5C48E6}" dt="2026-10-15T18:58:01.689" v="4109" actId="14100"/>
          <ac:spMkLst>
            <pc:docMk/>
            <pc:sldMk cId="461334715" sldId="269"/>
            <ac:spMk id="38" creationId="{8949FBBE-9943-895D-D436-6602A735D9E7}"/>
          </ac:spMkLst>
        </pc:spChg>
        <pc:spChg chg="mod">
          <ac:chgData name="Pina Orlaineta, Jonathan" userId="0b6f75f8-87a1-4c99-bd02-7008807dd205" providerId="ADAL" clId="{F7D5DD3D-33E4-459E-B0D9-42503C5C48E6}" dt="2026-10-15T18:57:35.898" v="4105" actId="20577"/>
          <ac:spMkLst>
            <pc:docMk/>
            <pc:sldMk cId="461334715" sldId="269"/>
            <ac:spMk id="39" creationId="{2F546484-9D7D-061B-988E-81D6A24AE08C}"/>
          </ac:spMkLst>
        </pc:spChg>
        <pc:spChg chg="del">
          <ac:chgData name="Pina Orlaineta, Jonathan" userId="0b6f75f8-87a1-4c99-bd02-7008807dd205" providerId="ADAL" clId="{F7D5DD3D-33E4-459E-B0D9-42503C5C48E6}" dt="2026-10-15T16:11:52.697" v="435" actId="478"/>
          <ac:spMkLst>
            <pc:docMk/>
            <pc:sldMk cId="461334715" sldId="269"/>
            <ac:spMk id="40" creationId="{22F29747-1E6F-EFA2-CBC5-50327F28E8B3}"/>
          </ac:spMkLst>
        </pc:spChg>
        <pc:spChg chg="del">
          <ac:chgData name="Pina Orlaineta, Jonathan" userId="0b6f75f8-87a1-4c99-bd02-7008807dd205" providerId="ADAL" clId="{F7D5DD3D-33E4-459E-B0D9-42503C5C48E6}" dt="2026-10-15T16:11:52.697" v="435" actId="478"/>
          <ac:spMkLst>
            <pc:docMk/>
            <pc:sldMk cId="461334715" sldId="269"/>
            <ac:spMk id="41" creationId="{0C1B42ED-5BF0-A47B-7AEC-43B535B6E2ED}"/>
          </ac:spMkLst>
        </pc:spChg>
        <pc:spChg chg="del">
          <ac:chgData name="Pina Orlaineta, Jonathan" userId="0b6f75f8-87a1-4c99-bd02-7008807dd205" providerId="ADAL" clId="{F7D5DD3D-33E4-459E-B0D9-42503C5C48E6}" dt="2026-10-15T16:11:52.697" v="435" actId="478"/>
          <ac:spMkLst>
            <pc:docMk/>
            <pc:sldMk cId="461334715" sldId="269"/>
            <ac:spMk id="42" creationId="{71D4E5C5-59E5-39CD-AA63-B7DF150B6273}"/>
          </ac:spMkLst>
        </pc:spChg>
        <pc:spChg chg="del">
          <ac:chgData name="Pina Orlaineta, Jonathan" userId="0b6f75f8-87a1-4c99-bd02-7008807dd205" providerId="ADAL" clId="{F7D5DD3D-33E4-459E-B0D9-42503C5C48E6}" dt="2026-10-15T16:11:52.697" v="435" actId="478"/>
          <ac:spMkLst>
            <pc:docMk/>
            <pc:sldMk cId="461334715" sldId="269"/>
            <ac:spMk id="43" creationId="{9E5411AE-4BB4-0154-DD4C-64072E7EC0C8}"/>
          </ac:spMkLst>
        </pc:spChg>
        <pc:spChg chg="del">
          <ac:chgData name="Pina Orlaineta, Jonathan" userId="0b6f75f8-87a1-4c99-bd02-7008807dd205" providerId="ADAL" clId="{F7D5DD3D-33E4-459E-B0D9-42503C5C48E6}" dt="2026-10-15T16:11:52.697" v="435" actId="478"/>
          <ac:spMkLst>
            <pc:docMk/>
            <pc:sldMk cId="461334715" sldId="269"/>
            <ac:spMk id="44" creationId="{4765C490-B218-F2DF-13C9-EBDB7A2F2E9D}"/>
          </ac:spMkLst>
        </pc:spChg>
        <pc:spChg chg="del">
          <ac:chgData name="Pina Orlaineta, Jonathan" userId="0b6f75f8-87a1-4c99-bd02-7008807dd205" providerId="ADAL" clId="{F7D5DD3D-33E4-459E-B0D9-42503C5C48E6}" dt="2026-10-15T16:11:52.697" v="435" actId="478"/>
          <ac:spMkLst>
            <pc:docMk/>
            <pc:sldMk cId="461334715" sldId="269"/>
            <ac:spMk id="45" creationId="{8B70BB79-5930-6E62-7488-3F23E38F22A0}"/>
          </ac:spMkLst>
        </pc:spChg>
        <pc:spChg chg="del">
          <ac:chgData name="Pina Orlaineta, Jonathan" userId="0b6f75f8-87a1-4c99-bd02-7008807dd205" providerId="ADAL" clId="{F7D5DD3D-33E4-459E-B0D9-42503C5C48E6}" dt="2026-10-15T16:11:52.697" v="435" actId="478"/>
          <ac:spMkLst>
            <pc:docMk/>
            <pc:sldMk cId="461334715" sldId="269"/>
            <ac:spMk id="46" creationId="{09C714EA-9EAB-2DDE-7C7D-E8C79363D1AF}"/>
          </ac:spMkLst>
        </pc:spChg>
        <pc:spChg chg="del">
          <ac:chgData name="Pina Orlaineta, Jonathan" userId="0b6f75f8-87a1-4c99-bd02-7008807dd205" providerId="ADAL" clId="{F7D5DD3D-33E4-459E-B0D9-42503C5C48E6}" dt="2026-10-15T16:11:52.697" v="435" actId="478"/>
          <ac:spMkLst>
            <pc:docMk/>
            <pc:sldMk cId="461334715" sldId="269"/>
            <ac:spMk id="47" creationId="{1E7FF30F-B15D-35AF-000F-6543D8B5BE98}"/>
          </ac:spMkLst>
        </pc:spChg>
        <pc:spChg chg="mod">
          <ac:chgData name="Pina Orlaineta, Jonathan" userId="0b6f75f8-87a1-4c99-bd02-7008807dd205" providerId="ADAL" clId="{F7D5DD3D-33E4-459E-B0D9-42503C5C48E6}" dt="2026-10-15T18:58:53.586" v="4201" actId="14100"/>
          <ac:spMkLst>
            <pc:docMk/>
            <pc:sldMk cId="461334715" sldId="269"/>
            <ac:spMk id="48" creationId="{AEBDB9D4-D550-6AC9-4B8D-C6D019C5856C}"/>
          </ac:spMkLst>
        </pc:spChg>
        <pc:spChg chg="mod">
          <ac:chgData name="Pina Orlaineta, Jonathan" userId="0b6f75f8-87a1-4c99-bd02-7008807dd205" providerId="ADAL" clId="{F7D5DD3D-33E4-459E-B0D9-42503C5C48E6}" dt="2026-10-15T18:58:55.240" v="4202" actId="1076"/>
          <ac:spMkLst>
            <pc:docMk/>
            <pc:sldMk cId="461334715" sldId="269"/>
            <ac:spMk id="49" creationId="{EF4046E9-9906-C09F-436C-C1DA90103854}"/>
          </ac:spMkLst>
        </pc:spChg>
        <pc:spChg chg="add del">
          <ac:chgData name="Pina Orlaineta, Jonathan" userId="0b6f75f8-87a1-4c99-bd02-7008807dd205" providerId="ADAL" clId="{F7D5DD3D-33E4-459E-B0D9-42503C5C48E6}" dt="2026-10-15T16:33:30.489" v="917" actId="22"/>
          <ac:spMkLst>
            <pc:docMk/>
            <pc:sldMk cId="461334715" sldId="269"/>
            <ac:spMk id="51" creationId="{7AEE3555-C25A-F2F6-CCD4-B9E8722F015D}"/>
          </ac:spMkLst>
        </pc:spChg>
        <pc:spChg chg="add del">
          <ac:chgData name="Pina Orlaineta, Jonathan" userId="0b6f75f8-87a1-4c99-bd02-7008807dd205" providerId="ADAL" clId="{F7D5DD3D-33E4-459E-B0D9-42503C5C48E6}" dt="2026-10-15T16:33:30.489" v="917" actId="22"/>
          <ac:spMkLst>
            <pc:docMk/>
            <pc:sldMk cId="461334715" sldId="269"/>
            <ac:spMk id="53" creationId="{4E374F26-3F66-A535-D42B-2AC7DA64385B}"/>
          </ac:spMkLst>
        </pc:spChg>
        <pc:spChg chg="add del">
          <ac:chgData name="Pina Orlaineta, Jonathan" userId="0b6f75f8-87a1-4c99-bd02-7008807dd205" providerId="ADAL" clId="{F7D5DD3D-33E4-459E-B0D9-42503C5C48E6}" dt="2026-10-15T16:33:33.116" v="919" actId="22"/>
          <ac:spMkLst>
            <pc:docMk/>
            <pc:sldMk cId="461334715" sldId="269"/>
            <ac:spMk id="55" creationId="{6A06EFA2-3530-FB64-8286-F0200C400654}"/>
          </ac:spMkLst>
        </pc:spChg>
        <pc:spChg chg="add del">
          <ac:chgData name="Pina Orlaineta, Jonathan" userId="0b6f75f8-87a1-4c99-bd02-7008807dd205" providerId="ADAL" clId="{F7D5DD3D-33E4-459E-B0D9-42503C5C48E6}" dt="2026-10-15T16:33:33.116" v="919" actId="22"/>
          <ac:spMkLst>
            <pc:docMk/>
            <pc:sldMk cId="461334715" sldId="269"/>
            <ac:spMk id="57" creationId="{EB266392-763B-E467-AF16-C53E97396DD5}"/>
          </ac:spMkLst>
        </pc:spChg>
        <pc:spChg chg="add mod">
          <ac:chgData name="Pina Orlaineta, Jonathan" userId="0b6f75f8-87a1-4c99-bd02-7008807dd205" providerId="ADAL" clId="{F7D5DD3D-33E4-459E-B0D9-42503C5C48E6}" dt="2026-10-15T16:39:07.445" v="1399" actId="1076"/>
          <ac:spMkLst>
            <pc:docMk/>
            <pc:sldMk cId="461334715" sldId="269"/>
            <ac:spMk id="59" creationId="{7DACA3D8-A806-1A7D-FB4E-007950B790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PROJECT_LOGBOOK 2.md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2504.00992v2.pdf, pp. 2–3
PROJECT_LOGBOOK 2.md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2504.00992v2.pdf, pp. 3–4
PROJECT_LOGBOOK 2.md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PROJECT_LOGBOOK 2.md, pasos 1–7
README 1.md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PROJECT_LOGBOOK 2.md, pasos 8–9 y </a:t>
            </a:r>
            <a:r>
              <a:rPr lang="en-US" dirty="0" err="1"/>
              <a:t>retos</a:t>
            </a:r>
            <a:r>
              <a:rPr lang="en-US" dirty="0"/>
              <a:t> </a:t>
            </a:r>
            <a:r>
              <a:rPr lang="en-US" dirty="0" err="1"/>
              <a:t>abiertos</a:t>
            </a:r>
            <a:r>
              <a:rPr lang="en-US" dirty="0"/>
              <a:t>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PROJECT_LOGBOOK 2.md, </a:t>
            </a:r>
            <a:r>
              <a:rPr lang="en-US" dirty="0" err="1"/>
              <a:t>arquitectura</a:t>
            </a:r>
            <a:r>
              <a:rPr lang="en-US" dirty="0"/>
              <a:t> actual e </a:t>
            </a:r>
            <a:r>
              <a:rPr lang="en-US" dirty="0" err="1"/>
              <a:t>integración</a:t>
            </a:r>
            <a:r>
              <a:rPr lang="en-US" dirty="0"/>
              <a:t> ROS 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README 1.md, resultados de benchmark
PROJECT_LOGBOOK 2.md, conclusiones de segmentación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3A11-CE8D-6A5D-5C7D-5492F75D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D98D9-014C-2F3B-A70E-104B158E2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41B57-AC2E-8011-3DB5-6D8010584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README 1.md, resultados de benchmark
PROJECT_LOGBOOK 2.md, conclusiones de segmentación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2BABF-54D8-5A50-2B2D-7E1614344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19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4413E-47FB-914C-F1F3-82B9E707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CDB79-6D65-4E7A-012E-E06B508D0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93C8C-A772-675B-6CB8-E476CC157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README 1.md, resultados de benchmark
PROJECT_LOGBOOK 2.md, conclusiones de segmentación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70CCF-D2A8-7E94-207C-7D24F3750C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46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4A66-EBCD-5D32-21A4-38C044048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D00BE-FB8F-9044-6148-5FE7DF508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00973-E9F6-5141-436C-281743D1C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README 1.md, resultados de benchmark
PROJECT_LOGBOOK 2.md, conclusiones de segmentación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18BD7-B108-0A73-0F5B-48EC097E0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2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37924-414E-ED4E-32DD-8EE4C6094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105D9-AB11-0431-3857-BAB50A268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554CE-D314-D8DC-AD14-A09DFFE51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README 1.md, resultados de benchmark
PROJECT_LOGBOOK 2.md, conclusiones de segmentación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10CF7-FBAB-1064-AED4-80E0363FFB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62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9FCA68-7FB8-AE2F-BF29-4FE71E70F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5422"/>
            <a:ext cx="12180794" cy="87473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FD8BF8-0414-0504-5DBC-1D0B4D92EB4E}"/>
              </a:ext>
            </a:extLst>
          </p:cNvPr>
          <p:cNvSpPr/>
          <p:nvPr/>
        </p:nvSpPr>
        <p:spPr>
          <a:xfrm>
            <a:off x="-341385" y="-377319"/>
            <a:ext cx="13206206" cy="785777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80E26-387E-B6FC-E691-12ED88583A63}"/>
              </a:ext>
            </a:extLst>
          </p:cNvPr>
          <p:cNvSpPr txBox="1"/>
          <p:nvPr/>
        </p:nvSpPr>
        <p:spPr>
          <a:xfrm>
            <a:off x="775155" y="2638446"/>
            <a:ext cx="109531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</a:rPr>
              <a:t>AVANCE DE TESIS: PERCEPCIÓN 3D PARA MANIPULACIÓN ROBÓTICA CON VLA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0BF03-BD31-D3B1-D14D-899D9645EB0A}"/>
              </a:ext>
            </a:extLst>
          </p:cNvPr>
          <p:cNvSpPr txBox="1"/>
          <p:nvPr/>
        </p:nvSpPr>
        <p:spPr>
          <a:xfrm>
            <a:off x="1964133" y="3797886"/>
            <a:ext cx="82501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err="1">
                <a:solidFill>
                  <a:schemeClr val="bg1"/>
                </a:solidFill>
              </a:rPr>
              <a:t>Módulo</a:t>
            </a:r>
            <a:r>
              <a:rPr lang="en-US" sz="2400">
                <a:solidFill>
                  <a:schemeClr val="bg1"/>
                </a:solidFill>
              </a:rPr>
              <a:t> de </a:t>
            </a:r>
            <a:r>
              <a:rPr lang="en-US" sz="2400" err="1">
                <a:solidFill>
                  <a:schemeClr val="bg1"/>
                </a:solidFill>
              </a:rPr>
              <a:t>percepción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basado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en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supercuádricas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01FEB-9666-E230-2D39-A03EC5A9B43A}"/>
              </a:ext>
            </a:extLst>
          </p:cNvPr>
          <p:cNvSpPr txBox="1"/>
          <p:nvPr/>
        </p:nvSpPr>
        <p:spPr>
          <a:xfrm>
            <a:off x="2136645" y="4878476"/>
            <a:ext cx="825014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 Jonathan Piña Orlaineta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3FC14E-CA70-0D98-DE43-4D7E6728B078}"/>
              </a:ext>
            </a:extLst>
          </p:cNvPr>
          <p:cNvSpPr txBox="1"/>
          <p:nvPr/>
        </p:nvSpPr>
        <p:spPr>
          <a:xfrm>
            <a:off x="2146621" y="5417725"/>
            <a:ext cx="825014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Asesores</a:t>
            </a:r>
            <a:endParaRPr lang="en-US" sz="1600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Dr. Carlos Alberto López Franco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Dr. Julio César Zamora Esquivel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39DBFE-9B9E-8FC6-07AB-31B1FE4A2BE4}"/>
              </a:ext>
            </a:extLst>
          </p:cNvPr>
          <p:cNvCxnSpPr/>
          <p:nvPr/>
        </p:nvCxnSpPr>
        <p:spPr>
          <a:xfrm>
            <a:off x="2136645" y="4457700"/>
            <a:ext cx="8366255" cy="0"/>
          </a:xfrm>
          <a:prstGeom prst="line">
            <a:avLst/>
          </a:prstGeom>
          <a:ln w="19050">
            <a:solidFill>
              <a:srgbClr val="E9F6F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629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67085"/>
                </a:solidFill>
              </a:rPr>
              <a:t>01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>
                <a:solidFill>
                  <a:srgbClr val="0071C5"/>
                </a:solidFill>
              </a:rPr>
              <a:t>01 · MOTIVACIÓN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72033"/>
                </a:solidFill>
              </a:rPr>
              <a:t>Introducción al problema de representación y objetivos</a:t>
            </a:r>
            <a:endParaRPr lang="en-US" sz="2700"/>
          </a:p>
        </p:txBody>
      </p:sp>
      <p:pic>
        <p:nvPicPr>
          <p:cNvPr id="7" name="Image 0" descr="/mnt/data/generated_image_21D87E0A6600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170432"/>
            <a:ext cx="5074920" cy="43525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234440"/>
            <a:ext cx="5669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400" b="1" dirty="0" err="1">
                <a:solidFill>
                  <a:srgbClr val="003C71"/>
                </a:solidFill>
              </a:rPr>
              <a:t>Transformar</a:t>
            </a:r>
            <a:r>
              <a:rPr lang="en-US" sz="2400" b="1" dirty="0">
                <a:solidFill>
                  <a:srgbClr val="003C71"/>
                </a:solidFill>
              </a:rPr>
              <a:t> </a:t>
            </a:r>
            <a:r>
              <a:rPr lang="en-US" sz="2400" b="1" dirty="0" err="1">
                <a:solidFill>
                  <a:srgbClr val="003C71"/>
                </a:solidFill>
              </a:rPr>
              <a:t>una</a:t>
            </a:r>
            <a:r>
              <a:rPr lang="en-US" sz="2400" b="1" dirty="0">
                <a:solidFill>
                  <a:srgbClr val="003C71"/>
                </a:solidFill>
              </a:rPr>
              <a:t> </a:t>
            </a:r>
            <a:r>
              <a:rPr lang="en-US" sz="2400" b="1" dirty="0" err="1">
                <a:solidFill>
                  <a:srgbClr val="003C71"/>
                </a:solidFill>
              </a:rPr>
              <a:t>escena</a:t>
            </a:r>
            <a:r>
              <a:rPr lang="en-US" sz="2400" b="1" dirty="0">
                <a:solidFill>
                  <a:srgbClr val="003C71"/>
                </a:solidFill>
              </a:rPr>
              <a:t> </a:t>
            </a:r>
            <a:r>
              <a:rPr lang="en-US" sz="2400" b="1" dirty="0" err="1">
                <a:solidFill>
                  <a:srgbClr val="003C71"/>
                </a:solidFill>
              </a:rPr>
              <a:t>densa</a:t>
            </a:r>
            <a:r>
              <a:rPr lang="en-US" sz="2400" b="1" dirty="0">
                <a:solidFill>
                  <a:srgbClr val="003C71"/>
                </a:solidFill>
              </a:rPr>
              <a:t> a </a:t>
            </a:r>
            <a:r>
              <a:rPr lang="en-US" sz="2400" b="1" dirty="0" err="1">
                <a:solidFill>
                  <a:srgbClr val="003C71"/>
                </a:solidFill>
              </a:rPr>
              <a:t>una</a:t>
            </a:r>
            <a:r>
              <a:rPr lang="en-US" sz="2400" b="1" dirty="0">
                <a:solidFill>
                  <a:srgbClr val="003C71"/>
                </a:solidFill>
              </a:rPr>
              <a:t> forma compacta </a:t>
            </a:r>
            <a:r>
              <a:rPr lang="en-US" sz="2400" b="1" dirty="0" err="1">
                <a:solidFill>
                  <a:srgbClr val="003C71"/>
                </a:solidFill>
              </a:rPr>
              <a:t>que</a:t>
            </a:r>
            <a:r>
              <a:rPr lang="en-US" sz="2400" b="1" dirty="0">
                <a:solidFill>
                  <a:srgbClr val="003C71"/>
                </a:solidFill>
              </a:rPr>
              <a:t> el robot </a:t>
            </a:r>
            <a:r>
              <a:rPr lang="en-US" sz="2400" b="1" dirty="0" err="1">
                <a:solidFill>
                  <a:srgbClr val="003C71"/>
                </a:solidFill>
              </a:rPr>
              <a:t>pueda</a:t>
            </a:r>
            <a:r>
              <a:rPr lang="en-US" sz="2400" b="1" dirty="0">
                <a:solidFill>
                  <a:srgbClr val="003C71"/>
                </a:solidFill>
              </a:rPr>
              <a:t> usar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77596" y="2481580"/>
            <a:ext cx="5596128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5B667A"/>
                </a:solidFill>
              </a:rPr>
              <a:t>Una </a:t>
            </a:r>
            <a:r>
              <a:rPr lang="en-US" sz="1700" dirty="0" err="1">
                <a:solidFill>
                  <a:srgbClr val="5B667A"/>
                </a:solidFill>
              </a:rPr>
              <a:t>cámara</a:t>
            </a:r>
            <a:r>
              <a:rPr lang="en-US" sz="1700" dirty="0">
                <a:solidFill>
                  <a:srgbClr val="5B667A"/>
                </a:solidFill>
              </a:rPr>
              <a:t> RGB-D </a:t>
            </a:r>
            <a:r>
              <a:rPr lang="en-US" sz="1700" dirty="0" err="1">
                <a:solidFill>
                  <a:srgbClr val="5B667A"/>
                </a:solidFill>
              </a:rPr>
              <a:t>entrega</a:t>
            </a:r>
            <a:r>
              <a:rPr lang="en-US" sz="1700" dirty="0">
                <a:solidFill>
                  <a:srgbClr val="5B667A"/>
                </a:solidFill>
              </a:rPr>
              <a:t> </a:t>
            </a:r>
            <a:r>
              <a:rPr lang="en-US" sz="1700" dirty="0" err="1">
                <a:solidFill>
                  <a:srgbClr val="5B667A"/>
                </a:solidFill>
              </a:rPr>
              <a:t>cientos</a:t>
            </a:r>
            <a:r>
              <a:rPr lang="en-US" sz="1700" dirty="0">
                <a:solidFill>
                  <a:srgbClr val="5B667A"/>
                </a:solidFill>
              </a:rPr>
              <a:t> de miles de puntos.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5B667A"/>
                </a:solidFill>
              </a:rPr>
              <a:t>No dan </a:t>
            </a:r>
            <a:r>
              <a:rPr lang="en-US" sz="1700" dirty="0" err="1">
                <a:solidFill>
                  <a:srgbClr val="5B667A"/>
                </a:solidFill>
              </a:rPr>
              <a:t>información</a:t>
            </a:r>
            <a:r>
              <a:rPr lang="en-US" sz="1700" dirty="0">
                <a:solidFill>
                  <a:srgbClr val="5B667A"/>
                </a:solidFill>
              </a:rPr>
              <a:t> </a:t>
            </a:r>
            <a:r>
              <a:rPr lang="en-US" sz="1700" dirty="0" err="1">
                <a:solidFill>
                  <a:srgbClr val="5B667A"/>
                </a:solidFill>
              </a:rPr>
              <a:t>sobre</a:t>
            </a:r>
            <a:r>
              <a:rPr lang="en-US" sz="1700" dirty="0">
                <a:solidFill>
                  <a:srgbClr val="5B667A"/>
                </a:solidFill>
              </a:rPr>
              <a:t> la </a:t>
            </a:r>
            <a:r>
              <a:rPr lang="en-US" sz="1700" b="1" dirty="0">
                <a:solidFill>
                  <a:srgbClr val="5B667A"/>
                </a:solidFill>
              </a:rPr>
              <a:t>forma</a:t>
            </a:r>
            <a:r>
              <a:rPr lang="en-US" sz="1700" dirty="0">
                <a:solidFill>
                  <a:srgbClr val="5B667A"/>
                </a:solidFill>
              </a:rPr>
              <a:t> del </a:t>
            </a:r>
            <a:r>
              <a:rPr lang="en-US" sz="1700" dirty="0" err="1">
                <a:solidFill>
                  <a:srgbClr val="5B667A"/>
                </a:solidFill>
              </a:rPr>
              <a:t>objeto</a:t>
            </a:r>
            <a:r>
              <a:rPr lang="en-US" sz="1700" dirty="0">
                <a:solidFill>
                  <a:srgbClr val="5B667A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rgbClr val="5B667A"/>
                </a:solidFill>
              </a:rPr>
              <a:t>Computacionalmente</a:t>
            </a:r>
            <a:r>
              <a:rPr lang="en-US" sz="1700" dirty="0">
                <a:solidFill>
                  <a:srgbClr val="5B667A"/>
                </a:solidFill>
              </a:rPr>
              <a:t> </a:t>
            </a:r>
            <a:r>
              <a:rPr lang="en-US" sz="1700" b="1" dirty="0" err="1">
                <a:solidFill>
                  <a:srgbClr val="5B667A"/>
                </a:solidFill>
              </a:rPr>
              <a:t>costoso</a:t>
            </a:r>
            <a:r>
              <a:rPr lang="en-US" sz="1700" dirty="0">
                <a:solidFill>
                  <a:srgbClr val="5B667A"/>
                </a:solidFill>
              </a:rPr>
              <a:t> </a:t>
            </a:r>
            <a:r>
              <a:rPr lang="en-US" sz="1700" dirty="0" err="1">
                <a:solidFill>
                  <a:srgbClr val="5B667A"/>
                </a:solidFill>
              </a:rPr>
              <a:t>verificar</a:t>
            </a:r>
            <a:r>
              <a:rPr lang="en-US" sz="1700" dirty="0">
                <a:solidFill>
                  <a:srgbClr val="5B667A"/>
                </a:solidFill>
              </a:rPr>
              <a:t> </a:t>
            </a:r>
            <a:r>
              <a:rPr lang="en-US" sz="1700" dirty="0" err="1">
                <a:solidFill>
                  <a:srgbClr val="5B667A"/>
                </a:solidFill>
              </a:rPr>
              <a:t>colisiones</a:t>
            </a:r>
            <a:r>
              <a:rPr lang="en-US" sz="1700" dirty="0">
                <a:solidFill>
                  <a:srgbClr val="5B667A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5B667A"/>
              </a:solidFill>
            </a:endParaRPr>
          </a:p>
          <a:p>
            <a:pPr algn="just"/>
            <a:r>
              <a:rPr lang="en-US" sz="1700" dirty="0">
                <a:solidFill>
                  <a:srgbClr val="5B667A"/>
                </a:solidFill>
              </a:rPr>
              <a:t>El </a:t>
            </a:r>
            <a:r>
              <a:rPr lang="en-US" sz="1700" dirty="0" err="1">
                <a:solidFill>
                  <a:srgbClr val="5B667A"/>
                </a:solidFill>
              </a:rPr>
              <a:t>reto</a:t>
            </a:r>
            <a:r>
              <a:rPr lang="en-US" sz="1700" dirty="0">
                <a:solidFill>
                  <a:srgbClr val="5B667A"/>
                </a:solidFill>
              </a:rPr>
              <a:t> </a:t>
            </a:r>
            <a:r>
              <a:rPr lang="en-US" sz="1700" b="1" dirty="0">
                <a:solidFill>
                  <a:srgbClr val="5B667A"/>
                </a:solidFill>
              </a:rPr>
              <a:t>no es solo </a:t>
            </a:r>
            <a:r>
              <a:rPr lang="en-US" sz="1700" b="1" dirty="0" err="1">
                <a:solidFill>
                  <a:srgbClr val="5B667A"/>
                </a:solidFill>
              </a:rPr>
              <a:t>ver</a:t>
            </a:r>
            <a:r>
              <a:rPr lang="en-US" sz="1700" b="1" dirty="0">
                <a:solidFill>
                  <a:srgbClr val="5B667A"/>
                </a:solidFill>
              </a:rPr>
              <a:t> </a:t>
            </a:r>
            <a:r>
              <a:rPr lang="en-US" sz="1700" dirty="0" err="1">
                <a:solidFill>
                  <a:srgbClr val="5B667A"/>
                </a:solidFill>
              </a:rPr>
              <a:t>objetos</a:t>
            </a:r>
            <a:r>
              <a:rPr lang="en-US" sz="1700" dirty="0">
                <a:solidFill>
                  <a:srgbClr val="5B667A"/>
                </a:solidFill>
              </a:rPr>
              <a:t>, </a:t>
            </a:r>
            <a:r>
              <a:rPr lang="en-US" sz="1700" dirty="0" err="1">
                <a:solidFill>
                  <a:srgbClr val="5B667A"/>
                </a:solidFill>
              </a:rPr>
              <a:t>sino</a:t>
            </a:r>
            <a:r>
              <a:rPr lang="en-US" sz="1700" dirty="0">
                <a:solidFill>
                  <a:srgbClr val="5B667A"/>
                </a:solidFill>
              </a:rPr>
              <a:t> </a:t>
            </a:r>
            <a:r>
              <a:rPr lang="en-US" sz="1700" dirty="0" err="1">
                <a:solidFill>
                  <a:srgbClr val="5B667A"/>
                </a:solidFill>
              </a:rPr>
              <a:t>convertirlos</a:t>
            </a:r>
            <a:r>
              <a:rPr lang="en-US" sz="1700" dirty="0">
                <a:solidFill>
                  <a:srgbClr val="5B667A"/>
                </a:solidFill>
              </a:rPr>
              <a:t> </a:t>
            </a:r>
            <a:r>
              <a:rPr lang="en-US" sz="1700" dirty="0" err="1">
                <a:solidFill>
                  <a:srgbClr val="5B667A"/>
                </a:solidFill>
              </a:rPr>
              <a:t>en</a:t>
            </a:r>
            <a:r>
              <a:rPr lang="en-US" sz="1700" dirty="0">
                <a:solidFill>
                  <a:srgbClr val="5B667A"/>
                </a:solidFill>
              </a:rPr>
              <a:t> </a:t>
            </a:r>
            <a:r>
              <a:rPr lang="en-US" sz="1700" b="1" dirty="0" err="1">
                <a:solidFill>
                  <a:srgbClr val="5B667A"/>
                </a:solidFill>
              </a:rPr>
              <a:t>geometría</a:t>
            </a:r>
            <a:r>
              <a:rPr lang="en-US" sz="1700" b="1" dirty="0">
                <a:solidFill>
                  <a:srgbClr val="5B667A"/>
                </a:solidFill>
              </a:rPr>
              <a:t> compacta </a:t>
            </a:r>
            <a:r>
              <a:rPr lang="en-US" sz="1700" dirty="0">
                <a:solidFill>
                  <a:srgbClr val="5B667A"/>
                </a:solidFill>
              </a:rPr>
              <a:t>para </a:t>
            </a:r>
            <a:r>
              <a:rPr lang="en-US" sz="1700" b="1" dirty="0" err="1">
                <a:solidFill>
                  <a:srgbClr val="5B667A"/>
                </a:solidFill>
              </a:rPr>
              <a:t>razonar</a:t>
            </a:r>
            <a:r>
              <a:rPr lang="en-US" sz="1700" dirty="0">
                <a:solidFill>
                  <a:srgbClr val="5B667A"/>
                </a:solidFill>
              </a:rPr>
              <a:t>, </a:t>
            </a:r>
            <a:r>
              <a:rPr lang="en-US" sz="1700" b="1" dirty="0" err="1">
                <a:solidFill>
                  <a:srgbClr val="5B667A"/>
                </a:solidFill>
              </a:rPr>
              <a:t>planificar</a:t>
            </a:r>
            <a:r>
              <a:rPr lang="en-US" sz="1700" dirty="0">
                <a:solidFill>
                  <a:srgbClr val="5B667A"/>
                </a:solidFill>
              </a:rPr>
              <a:t> y </a:t>
            </a:r>
            <a:r>
              <a:rPr lang="en-US" sz="1700" b="1" dirty="0" err="1">
                <a:solidFill>
                  <a:srgbClr val="5B667A"/>
                </a:solidFill>
              </a:rPr>
              <a:t>agarrar</a:t>
            </a:r>
            <a:r>
              <a:rPr lang="en-US" sz="1700" dirty="0">
                <a:solidFill>
                  <a:srgbClr val="5B667A"/>
                </a:solidFill>
              </a:rPr>
              <a:t>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6928" y="4206240"/>
            <a:ext cx="1691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78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443484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1C5"/>
                </a:solidFill>
              </a:rPr>
              <a:t>1 · ¿</a:t>
            </a:r>
            <a:r>
              <a:rPr lang="en-US" sz="1500" b="1" dirty="0" err="1">
                <a:solidFill>
                  <a:srgbClr val="0071C5"/>
                </a:solidFill>
              </a:rPr>
              <a:t>Qué</a:t>
            </a:r>
            <a:r>
              <a:rPr lang="en-US" sz="1500" b="1" dirty="0">
                <a:solidFill>
                  <a:srgbClr val="0071C5"/>
                </a:solidFill>
              </a:rPr>
              <a:t> hay </a:t>
            </a:r>
            <a:r>
              <a:rPr lang="en-US" sz="1500" b="1" dirty="0" err="1">
                <a:solidFill>
                  <a:srgbClr val="0071C5"/>
                </a:solidFill>
              </a:rPr>
              <a:t>en</a:t>
            </a:r>
            <a:r>
              <a:rPr lang="en-US" sz="1500" b="1" dirty="0">
                <a:solidFill>
                  <a:srgbClr val="0071C5"/>
                </a:solidFill>
              </a:rPr>
              <a:t> la mesa?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4681728"/>
            <a:ext cx="1362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5B667A"/>
                </a:solidFill>
              </a:rPr>
              <a:t>Separar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objetos</a:t>
            </a:r>
            <a:r>
              <a:rPr lang="en-US" sz="1150" dirty="0">
                <a:solidFill>
                  <a:srgbClr val="5B667A"/>
                </a:solidFill>
              </a:rPr>
              <a:t> de la mesa y </a:t>
            </a:r>
            <a:r>
              <a:rPr lang="en-US" sz="1150" dirty="0" err="1">
                <a:solidFill>
                  <a:srgbClr val="5B667A"/>
                </a:solidFill>
              </a:rPr>
              <a:t>fondo</a:t>
            </a:r>
            <a:r>
              <a:rPr lang="en-US" sz="1150" dirty="0">
                <a:solidFill>
                  <a:srgbClr val="5B667A"/>
                </a:solidFill>
              </a:rPr>
              <a:t>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395728" y="4206240"/>
            <a:ext cx="191109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780">
            <a:solidFill>
              <a:srgbClr val="00B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60320" y="4379976"/>
            <a:ext cx="1700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7A8"/>
                </a:solidFill>
              </a:rPr>
              <a:t>2 · ¿</a:t>
            </a:r>
            <a:r>
              <a:rPr lang="en-US" sz="1500" b="1" dirty="0" err="1">
                <a:solidFill>
                  <a:srgbClr val="00B7A8"/>
                </a:solidFill>
              </a:rPr>
              <a:t>Qué</a:t>
            </a:r>
            <a:r>
              <a:rPr lang="en-US" sz="1500" b="1" dirty="0">
                <a:solidFill>
                  <a:srgbClr val="00B7A8"/>
                </a:solidFill>
              </a:rPr>
              <a:t> forma </a:t>
            </a:r>
            <a:r>
              <a:rPr lang="en-US" sz="1500" b="1" dirty="0" err="1">
                <a:solidFill>
                  <a:srgbClr val="00B7A8"/>
                </a:solidFill>
              </a:rPr>
              <a:t>tienen</a:t>
            </a:r>
            <a:r>
              <a:rPr lang="en-US" sz="1500" b="1" dirty="0">
                <a:solidFill>
                  <a:srgbClr val="00B7A8"/>
                </a:solidFill>
              </a:rPr>
              <a:t> </a:t>
            </a:r>
            <a:r>
              <a:rPr lang="en-US" sz="1500" b="1" dirty="0" err="1">
                <a:solidFill>
                  <a:srgbClr val="00B7A8"/>
                </a:solidFill>
              </a:rPr>
              <a:t>los</a:t>
            </a:r>
            <a:r>
              <a:rPr lang="en-US" sz="1500" b="1" dirty="0">
                <a:solidFill>
                  <a:srgbClr val="00B7A8"/>
                </a:solidFill>
              </a:rPr>
              <a:t> </a:t>
            </a:r>
            <a:r>
              <a:rPr lang="en-US" sz="1500" b="1" dirty="0" err="1">
                <a:solidFill>
                  <a:srgbClr val="00B7A8"/>
                </a:solidFill>
              </a:rPr>
              <a:t>objetos</a:t>
            </a:r>
            <a:r>
              <a:rPr lang="en-US" sz="1500" b="1" dirty="0">
                <a:solidFill>
                  <a:srgbClr val="00B7A8"/>
                </a:solidFill>
              </a:rPr>
              <a:t>?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560320" y="4681728"/>
            <a:ext cx="163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5B667A"/>
                </a:solidFill>
              </a:rPr>
              <a:t>Descripción</a:t>
            </a:r>
            <a:r>
              <a:rPr lang="en-US" sz="1150" dirty="0">
                <a:solidFill>
                  <a:srgbClr val="5B667A"/>
                </a:solidFill>
              </a:rPr>
              <a:t> compacta de </a:t>
            </a:r>
            <a:r>
              <a:rPr lang="en-US" sz="1150" dirty="0" err="1">
                <a:solidFill>
                  <a:srgbClr val="5B667A"/>
                </a:solidFill>
              </a:rPr>
              <a:t>los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objetos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identificados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471416" y="4206240"/>
            <a:ext cx="198424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780">
            <a:solidFill>
              <a:srgbClr val="785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91968" y="4343400"/>
            <a:ext cx="1775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857D8"/>
                </a:solidFill>
              </a:rPr>
              <a:t>3 · ¿</a:t>
            </a:r>
            <a:r>
              <a:rPr lang="en-US" sz="1500" b="1" dirty="0" err="1">
                <a:solidFill>
                  <a:srgbClr val="7857D8"/>
                </a:solidFill>
              </a:rPr>
              <a:t>Cómo</a:t>
            </a:r>
            <a:r>
              <a:rPr lang="en-US" sz="1500" b="1" dirty="0">
                <a:solidFill>
                  <a:srgbClr val="7857D8"/>
                </a:solidFill>
              </a:rPr>
              <a:t> lo </a:t>
            </a:r>
            <a:r>
              <a:rPr lang="en-US" sz="1500" b="1" dirty="0" err="1">
                <a:solidFill>
                  <a:srgbClr val="7857D8"/>
                </a:solidFill>
              </a:rPr>
              <a:t>agarro</a:t>
            </a:r>
            <a:r>
              <a:rPr lang="en-US" sz="1500" b="1" dirty="0">
                <a:solidFill>
                  <a:srgbClr val="7857D8"/>
                </a:solidFill>
              </a:rPr>
              <a:t>?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680492" y="4681728"/>
            <a:ext cx="15981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5B667A"/>
                </a:solidFill>
              </a:rPr>
              <a:t>Planear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moviminetos</a:t>
            </a:r>
            <a:r>
              <a:rPr lang="en-US" sz="1150" dirty="0">
                <a:solidFill>
                  <a:srgbClr val="5B667A"/>
                </a:solidFill>
              </a:rPr>
              <a:t> para </a:t>
            </a:r>
            <a:r>
              <a:rPr lang="en-US" sz="1150" dirty="0" err="1">
                <a:solidFill>
                  <a:srgbClr val="5B667A"/>
                </a:solidFill>
              </a:rPr>
              <a:t>ejecutar</a:t>
            </a:r>
            <a:r>
              <a:rPr lang="en-US" sz="1150" dirty="0">
                <a:solidFill>
                  <a:srgbClr val="5B667A"/>
                </a:solidFill>
              </a:rPr>
              <a:t> el </a:t>
            </a:r>
            <a:r>
              <a:rPr lang="en-US" sz="1150" dirty="0" err="1">
                <a:solidFill>
                  <a:srgbClr val="5B667A"/>
                </a:solidFill>
              </a:rPr>
              <a:t>agarre</a:t>
            </a:r>
            <a:r>
              <a:rPr lang="en-US" sz="1150" dirty="0">
                <a:solidFill>
                  <a:srgbClr val="5B667A"/>
                </a:solidFill>
              </a:rPr>
              <a:t>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" y="6145530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Objetivo</a:t>
            </a:r>
            <a:r>
              <a:rPr lang="en-US" sz="1200" b="1" dirty="0">
                <a:solidFill>
                  <a:srgbClr val="003C71"/>
                </a:solidFill>
              </a:rPr>
              <a:t>: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Publicar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supercuádricas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por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objeto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en</a:t>
            </a:r>
            <a:r>
              <a:rPr lang="en-US" sz="1200" dirty="0">
                <a:solidFill>
                  <a:srgbClr val="003C71"/>
                </a:solidFill>
              </a:rPr>
              <a:t> ROS 2 para </a:t>
            </a:r>
            <a:r>
              <a:rPr lang="en-US" sz="1200" dirty="0" err="1">
                <a:solidFill>
                  <a:srgbClr val="003C71"/>
                </a:solidFill>
              </a:rPr>
              <a:t>alimentar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planificación</a:t>
            </a:r>
            <a:r>
              <a:rPr lang="en-US" sz="1200" dirty="0">
                <a:solidFill>
                  <a:srgbClr val="003C71"/>
                </a:solidFill>
              </a:rPr>
              <a:t> y </a:t>
            </a:r>
            <a:r>
              <a:rPr lang="en-US" sz="1200" dirty="0" err="1">
                <a:solidFill>
                  <a:srgbClr val="003C71"/>
                </a:solidFill>
              </a:rPr>
              <a:t>agarre</a:t>
            </a:r>
            <a:r>
              <a:rPr lang="en-US" sz="1200" dirty="0">
                <a:solidFill>
                  <a:srgbClr val="003C71"/>
                </a:solidFill>
              </a:rPr>
              <a:t> de </a:t>
            </a:r>
            <a:r>
              <a:rPr lang="en-US" sz="1200" dirty="0" err="1">
                <a:solidFill>
                  <a:srgbClr val="003C71"/>
                </a:solidFill>
              </a:rPr>
              <a:t>una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arquitectura</a:t>
            </a:r>
            <a:r>
              <a:rPr lang="en-US" sz="1200" dirty="0">
                <a:solidFill>
                  <a:srgbClr val="003C71"/>
                </a:solidFill>
              </a:rPr>
              <a:t> VLA para un robot </a:t>
            </a:r>
            <a:r>
              <a:rPr lang="en-US" sz="1200" dirty="0" err="1">
                <a:solidFill>
                  <a:srgbClr val="003C71"/>
                </a:solidFill>
              </a:rPr>
              <a:t>manipulador</a:t>
            </a:r>
            <a:r>
              <a:rPr lang="en-US" sz="1200" dirty="0">
                <a:solidFill>
                  <a:srgbClr val="003C71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67085"/>
                </a:solidFill>
              </a:rPr>
              <a:t>02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>
                <a:solidFill>
                  <a:srgbClr val="0071C5"/>
                </a:solidFill>
              </a:rPr>
              <a:t>02 · REPRESENTACIÓN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72033"/>
                </a:solidFill>
              </a:rPr>
              <a:t>Definición y características de supercuádricas</a:t>
            </a:r>
            <a:endParaRPr lang="en-US" sz="2700"/>
          </a:p>
        </p:txBody>
      </p:sp>
      <p:sp>
        <p:nvSpPr>
          <p:cNvPr id="8" name="Text 5"/>
          <p:cNvSpPr/>
          <p:nvPr/>
        </p:nvSpPr>
        <p:spPr>
          <a:xfrm>
            <a:off x="6579634" y="1261872"/>
            <a:ext cx="4368042" cy="452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3C71"/>
                </a:solidFill>
              </a:rPr>
              <a:t>Una familia de formas con solo 11 parámetros</a:t>
            </a:r>
            <a:endParaRPr lang="en-US" sz="2200"/>
          </a:p>
        </p:txBody>
      </p:sp>
      <p:sp>
        <p:nvSpPr>
          <p:cNvPr id="9" name="Shape 6"/>
          <p:cNvSpPr/>
          <p:nvPr/>
        </p:nvSpPr>
        <p:spPr>
          <a:xfrm>
            <a:off x="6576559" y="2000684"/>
            <a:ext cx="256032" cy="25603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76559" y="2460704"/>
            <a:ext cx="256032" cy="25603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76559" y="2906482"/>
            <a:ext cx="256032" cy="256032"/>
          </a:xfrm>
          <a:prstGeom prst="ellipse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576559" y="3366503"/>
            <a:ext cx="256032" cy="256032"/>
          </a:xfrm>
          <a:prstGeom prst="ellipse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16128" y="4018280"/>
            <a:ext cx="11135360" cy="1772920"/>
          </a:xfrm>
          <a:prstGeom prst="roundRect">
            <a:avLst>
              <a:gd name="adj" fmla="val 4848"/>
            </a:avLst>
          </a:prstGeom>
          <a:solidFill>
            <a:srgbClr val="F7FAFC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784222" y="4242474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00B7A8"/>
          </a:solidFill>
          <a:ln w="12700">
            <a:solidFill>
              <a:srgbClr val="00B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1"/>
              <p:cNvSpPr/>
              <p:nvPr/>
            </p:nvSpPr>
            <p:spPr>
              <a:xfrm>
                <a:off x="8857374" y="4315626"/>
                <a:ext cx="1271016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0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&lt;1 </m:t>
                    </m:r>
                  </m:oMath>
                </a14:m>
                <a:r>
                  <a:rPr lang="en-US" sz="1000" b="1" dirty="0">
                    <a:solidFill>
                      <a:srgbClr val="FFFFFF"/>
                    </a:solidFill>
                  </a:rPr>
                  <a:t>· interior</a:t>
                </a:r>
                <a:endParaRPr lang="en-US" sz="1000" dirty="0"/>
              </a:p>
            </p:txBody>
          </p:sp>
        </mc:Choice>
        <mc:Fallback xmlns="">
          <p:sp>
            <p:nvSpPr>
              <p:cNvPr id="24" name="Tex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374" y="4315626"/>
                <a:ext cx="1271016" cy="146304"/>
              </a:xfrm>
              <a:prstGeom prst="rect">
                <a:avLst/>
              </a:prstGeom>
              <a:blipFill>
                <a:blip r:embed="rId3"/>
                <a:stretch>
                  <a:fillRect t="-29167" b="-541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2"/>
          <p:cNvSpPr/>
          <p:nvPr/>
        </p:nvSpPr>
        <p:spPr>
          <a:xfrm>
            <a:off x="8779323" y="4762343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23"/>
              <p:cNvSpPr/>
              <p:nvPr/>
            </p:nvSpPr>
            <p:spPr>
              <a:xfrm>
                <a:off x="8852475" y="4835495"/>
                <a:ext cx="1271016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0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sz="1000" b="1" dirty="0">
                    <a:solidFill>
                      <a:srgbClr val="FFFFFF"/>
                    </a:solidFill>
                  </a:rPr>
                  <a:t>· </a:t>
                </a:r>
                <a:r>
                  <a:rPr lang="en-US" sz="1000" b="1" dirty="0" err="1">
                    <a:solidFill>
                      <a:srgbClr val="FFFFFF"/>
                    </a:solidFill>
                  </a:rPr>
                  <a:t>superficie</a:t>
                </a:r>
                <a:endParaRPr lang="en-US" sz="1000" dirty="0"/>
              </a:p>
            </p:txBody>
          </p:sp>
        </mc:Choice>
        <mc:Fallback xmlns="">
          <p:sp>
            <p:nvSpPr>
              <p:cNvPr id="26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475" y="4835495"/>
                <a:ext cx="1271016" cy="146304"/>
              </a:xfrm>
              <a:prstGeom prst="rect">
                <a:avLst/>
              </a:prstGeom>
              <a:blipFill>
                <a:blip r:embed="rId4"/>
                <a:stretch>
                  <a:fillRect t="-29167" b="-58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 24"/>
          <p:cNvSpPr/>
          <p:nvPr/>
        </p:nvSpPr>
        <p:spPr>
          <a:xfrm>
            <a:off x="8774423" y="5275091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7857D8"/>
          </a:solidFill>
          <a:ln w="12700">
            <a:solidFill>
              <a:srgbClr val="785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25"/>
              <p:cNvSpPr/>
              <p:nvPr/>
            </p:nvSpPr>
            <p:spPr>
              <a:xfrm>
                <a:off x="8847575" y="5348243"/>
                <a:ext cx="1271016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0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&gt;1 </m:t>
                    </m:r>
                  </m:oMath>
                </a14:m>
                <a:r>
                  <a:rPr lang="en-US" sz="1000" b="1" dirty="0">
                    <a:solidFill>
                      <a:srgbClr val="FFFFFF"/>
                    </a:solidFill>
                  </a:rPr>
                  <a:t>· exterior</a:t>
                </a:r>
                <a:endParaRPr lang="en-US" sz="1000" dirty="0"/>
              </a:p>
            </p:txBody>
          </p:sp>
        </mc:Choice>
        <mc:Fallback xmlns="">
          <p:sp>
            <p:nvSpPr>
              <p:cNvPr id="28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7575" y="5348243"/>
                <a:ext cx="1271016" cy="146304"/>
              </a:xfrm>
              <a:prstGeom prst="rect">
                <a:avLst/>
              </a:prstGeom>
              <a:blipFill>
                <a:blip r:embed="rId5"/>
                <a:stretch>
                  <a:fillRect t="-29167" b="-58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hape 26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13232" y="6126480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Ventaja</a:t>
            </a:r>
            <a:r>
              <a:rPr lang="en-US" sz="1200" b="1" dirty="0">
                <a:solidFill>
                  <a:srgbClr val="003C71"/>
                </a:solidFill>
              </a:rPr>
              <a:t> clave: </a:t>
            </a:r>
            <a:r>
              <a:rPr lang="en-US" sz="1200" dirty="0" err="1">
                <a:solidFill>
                  <a:srgbClr val="003C71"/>
                </a:solidFill>
              </a:rPr>
              <a:t>una</a:t>
            </a:r>
            <a:r>
              <a:rPr lang="en-US" sz="1200" dirty="0">
                <a:solidFill>
                  <a:srgbClr val="003C71"/>
                </a:solidFill>
              </a:rPr>
              <a:t> forma </a:t>
            </a:r>
            <a:r>
              <a:rPr lang="en-US" sz="1200" dirty="0" err="1">
                <a:solidFill>
                  <a:srgbClr val="003C71"/>
                </a:solidFill>
              </a:rPr>
              <a:t>explícita</a:t>
            </a:r>
            <a:r>
              <a:rPr lang="en-US" sz="1200" dirty="0">
                <a:solidFill>
                  <a:srgbClr val="003C71"/>
                </a:solidFill>
              </a:rPr>
              <a:t>, interpretable y </a:t>
            </a:r>
            <a:r>
              <a:rPr lang="en-US" sz="1200" dirty="0" err="1">
                <a:solidFill>
                  <a:srgbClr val="003C71"/>
                </a:solidFill>
              </a:rPr>
              <a:t>útil</a:t>
            </a:r>
            <a:r>
              <a:rPr lang="en-US" sz="1200" dirty="0">
                <a:solidFill>
                  <a:srgbClr val="003C71"/>
                </a:solidFill>
              </a:rPr>
              <a:t> para </a:t>
            </a:r>
            <a:r>
              <a:rPr lang="en-US" sz="1200" dirty="0" err="1">
                <a:solidFill>
                  <a:srgbClr val="003C71"/>
                </a:solidFill>
              </a:rPr>
              <a:t>colisión</a:t>
            </a:r>
            <a:r>
              <a:rPr lang="en-US" sz="1200" dirty="0">
                <a:solidFill>
                  <a:srgbClr val="003C71"/>
                </a:solidFill>
              </a:rPr>
              <a:t> y </a:t>
            </a:r>
            <a:r>
              <a:rPr lang="en-US" sz="1200" dirty="0" err="1">
                <a:solidFill>
                  <a:srgbClr val="003C71"/>
                </a:solidFill>
              </a:rPr>
              <a:t>agarre</a:t>
            </a:r>
            <a:r>
              <a:rPr lang="en-US" sz="1200" dirty="0">
                <a:solidFill>
                  <a:srgbClr val="003C71"/>
                </a:solidFill>
              </a:rPr>
              <a:t>.</a:t>
            </a:r>
            <a:endParaRPr lang="en-US" sz="1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C553F0E-E83B-E41E-CEE1-7943DC410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7041" y="1052592"/>
            <a:ext cx="4294324" cy="281552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BF84F03-7C76-581E-E1E1-6D536F583A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570" y="4167834"/>
            <a:ext cx="6922804" cy="13318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794852F-6022-F933-87C7-1416BE0F75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4171" y="1864940"/>
            <a:ext cx="3391436" cy="19245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67085"/>
                </a:solidFill>
              </a:rPr>
              <a:t>03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>
                <a:solidFill>
                  <a:srgbClr val="0071C5"/>
                </a:solidFill>
              </a:rPr>
              <a:t>03 · MODELO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72033"/>
                </a:solidFill>
              </a:rPr>
              <a:t>Presentación del modelo SuperDec</a:t>
            </a:r>
            <a:endParaRPr lang="en-US" sz="270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B667A"/>
                </a:solidFill>
              </a:rPr>
              <a:t>SuperDec aprende a descomponer cada objeto en un conjunto compacto de primitivas.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02920" y="1726050"/>
            <a:ext cx="1417320" cy="15087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54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" y="200037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0071C5"/>
                </a:solidFill>
              </a:rPr>
              <a:t>Nube de puntos</a:t>
            </a:r>
            <a:endParaRPr lang="en-US" sz="15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612648" y="2603874"/>
                <a:ext cx="1197864" cy="2468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50" i="1" dirty="0" smtClean="0">
                          <a:solidFill>
                            <a:srgbClr val="5B667A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150" i="1" dirty="0" smtClean="0">
                          <a:solidFill>
                            <a:srgbClr val="5B667A"/>
                          </a:solidFill>
                          <a:latin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2603874"/>
                <a:ext cx="1197864" cy="246888"/>
              </a:xfrm>
              <a:prstGeom prst="rect">
                <a:avLst/>
              </a:prstGeom>
              <a:blipFill>
                <a:blip r:embed="rId3"/>
                <a:stretch>
                  <a:fillRect t="-7317" b="-1951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1971087" y="2267569"/>
            <a:ext cx="411480" cy="411480"/>
          </a:xfrm>
          <a:prstGeom prst="chevron">
            <a:avLst/>
          </a:prstGeom>
          <a:solidFill>
            <a:srgbClr val="B7C8D6"/>
          </a:solidFill>
          <a:ln w="12700">
            <a:solidFill>
              <a:srgbClr val="B7C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4299" y="1726050"/>
            <a:ext cx="1691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34027" y="200037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EEF"/>
                </a:solidFill>
              </a:rPr>
              <a:t>PVCNN Encoder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2534027" y="2603874"/>
                <a:ext cx="1472184" cy="2468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i="1" dirty="0">
                    <a:solidFill>
                      <a:srgbClr val="5B667A"/>
                    </a:solidFill>
                  </a:rPr>
                  <a:t>Features</a:t>
                </a:r>
                <a:r>
                  <a:rPr lang="en-US" sz="1150" dirty="0">
                    <a:solidFill>
                      <a:srgbClr val="5B667A"/>
                    </a:solidFill>
                  </a:rPr>
                  <a:t> de puntos </a:t>
                </a:r>
                <a:endParaRPr lang="en-US" sz="1150" i="1" dirty="0">
                  <a:solidFill>
                    <a:srgbClr val="5B667A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50" i="1" dirty="0" smtClean="0">
                          <a:solidFill>
                            <a:srgbClr val="5B667A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150" i="1" dirty="0" smtClean="0">
                          <a:solidFill>
                            <a:srgbClr val="5B667A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150" i="1" dirty="0" smtClean="0">
                          <a:solidFill>
                            <a:srgbClr val="5B667A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1150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027" y="2603874"/>
                <a:ext cx="1472184" cy="246888"/>
              </a:xfrm>
              <a:prstGeom prst="rect">
                <a:avLst/>
              </a:prstGeom>
              <a:blipFill>
                <a:blip r:embed="rId4"/>
                <a:stretch>
                  <a:fillRect t="-39024" b="-2439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4185017" y="2274027"/>
            <a:ext cx="411480" cy="411480"/>
          </a:xfrm>
          <a:prstGeom prst="chevron">
            <a:avLst/>
          </a:prstGeom>
          <a:solidFill>
            <a:srgbClr val="B7C8D6"/>
          </a:solidFill>
          <a:ln w="12700">
            <a:solidFill>
              <a:srgbClr val="B7C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40138" y="1718929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3EFFF"/>
          </a:solidFill>
          <a:ln w="25400">
            <a:solidFill>
              <a:srgbClr val="785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49866" y="1993249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857D8"/>
                </a:solidFill>
              </a:rPr>
              <a:t>Transformer Decoder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49866" y="2596753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A"/>
                </a:solidFill>
              </a:rPr>
              <a:t>Self-attention + cross-attention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51932" y="2281148"/>
            <a:ext cx="411480" cy="411480"/>
          </a:xfrm>
          <a:prstGeom prst="chevron">
            <a:avLst/>
          </a:prstGeom>
          <a:solidFill>
            <a:srgbClr val="B7C8D6"/>
          </a:solidFill>
          <a:ln w="12700">
            <a:solidFill>
              <a:srgbClr val="B7C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04365" y="1720256"/>
            <a:ext cx="179057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7635" y="1994576"/>
            <a:ext cx="1577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59E0B"/>
                </a:solidFill>
              </a:rPr>
              <a:t>2 cabezas de predicción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07635" y="2598080"/>
            <a:ext cx="15775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A"/>
                </a:solidFill>
              </a:rPr>
              <a:t>12 </a:t>
            </a:r>
            <a:r>
              <a:rPr lang="en-US" sz="1150" dirty="0" err="1">
                <a:solidFill>
                  <a:srgbClr val="5B667A"/>
                </a:solidFill>
              </a:rPr>
              <a:t>Parámetros</a:t>
            </a:r>
            <a:r>
              <a:rPr lang="en-US" sz="1150" dirty="0">
                <a:solidFill>
                  <a:srgbClr val="5B667A"/>
                </a:solidFill>
              </a:rPr>
              <a:t> (FF) + </a:t>
            </a:r>
            <a:r>
              <a:rPr lang="en-US" sz="1150" dirty="0" err="1">
                <a:solidFill>
                  <a:srgbClr val="5B667A"/>
                </a:solidFill>
              </a:rPr>
              <a:t>asignación</a:t>
            </a:r>
            <a:r>
              <a:rPr lang="en-US" sz="1150" dirty="0">
                <a:solidFill>
                  <a:srgbClr val="5B667A"/>
                </a:solidFill>
              </a:rPr>
              <a:t> (</a:t>
            </a:r>
            <a:r>
              <a:rPr lang="en-US" sz="1150" dirty="0" err="1">
                <a:solidFill>
                  <a:srgbClr val="5B667A"/>
                </a:solidFill>
              </a:rPr>
              <a:t>softmax</a:t>
            </a:r>
            <a:r>
              <a:rPr lang="en-US" sz="1150" dirty="0">
                <a:solidFill>
                  <a:srgbClr val="5B667A"/>
                </a:solidFill>
              </a:rPr>
              <a:t>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44078" y="2274690"/>
            <a:ext cx="411480" cy="411480"/>
          </a:xfrm>
          <a:prstGeom prst="chevron">
            <a:avLst/>
          </a:prstGeom>
          <a:solidFill>
            <a:srgbClr val="B7C8D6"/>
          </a:solidFill>
          <a:ln w="12700">
            <a:solidFill>
              <a:srgbClr val="B7C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4560" y="1726050"/>
            <a:ext cx="2005739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1AA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27830" y="2000370"/>
            <a:ext cx="17927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A981"/>
                </a:solidFill>
              </a:rPr>
              <a:t>Refinamiento 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27830" y="2603874"/>
            <a:ext cx="17927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A"/>
                </a:solidFill>
              </a:rPr>
              <a:t>Optimización Levenberg-Marquardt (LM)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3232" y="6145530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71"/>
                </a:solidFill>
              </a:rPr>
              <a:t>La red propone </a:t>
            </a:r>
            <a:r>
              <a:rPr lang="en-US" sz="1200" b="1" dirty="0" err="1">
                <a:solidFill>
                  <a:srgbClr val="003C71"/>
                </a:solidFill>
              </a:rPr>
              <a:t>una</a:t>
            </a:r>
            <a:r>
              <a:rPr lang="en-US" sz="1200" b="1" dirty="0">
                <a:solidFill>
                  <a:srgbClr val="003C71"/>
                </a:solidFill>
              </a:rPr>
              <a:t> </a:t>
            </a:r>
            <a:r>
              <a:rPr lang="en-US" sz="1200" b="1" dirty="0" err="1">
                <a:solidFill>
                  <a:srgbClr val="003C71"/>
                </a:solidFill>
              </a:rPr>
              <a:t>buena</a:t>
            </a:r>
            <a:r>
              <a:rPr lang="en-US" sz="1200" b="1" dirty="0">
                <a:solidFill>
                  <a:srgbClr val="003C71"/>
                </a:solidFill>
              </a:rPr>
              <a:t> </a:t>
            </a:r>
            <a:r>
              <a:rPr lang="en-US" sz="1200" b="1" dirty="0" err="1">
                <a:solidFill>
                  <a:srgbClr val="003C71"/>
                </a:solidFill>
              </a:rPr>
              <a:t>descomposición</a:t>
            </a:r>
            <a:r>
              <a:rPr lang="en-US" sz="1200" b="1" dirty="0">
                <a:solidFill>
                  <a:srgbClr val="003C71"/>
                </a:solidFill>
              </a:rPr>
              <a:t> </a:t>
            </a:r>
            <a:r>
              <a:rPr lang="en-US" sz="1200" b="1" dirty="0" err="1">
                <a:solidFill>
                  <a:srgbClr val="003C71"/>
                </a:solidFill>
              </a:rPr>
              <a:t>en</a:t>
            </a:r>
            <a:r>
              <a:rPr lang="en-US" sz="1200" b="1" dirty="0">
                <a:solidFill>
                  <a:srgbClr val="003C71"/>
                </a:solidFill>
              </a:rPr>
              <a:t> </a:t>
            </a:r>
            <a:r>
              <a:rPr lang="en-US" sz="1200" b="1" dirty="0" err="1">
                <a:solidFill>
                  <a:srgbClr val="003C71"/>
                </a:solidFill>
              </a:rPr>
              <a:t>supercuádricas</a:t>
            </a:r>
            <a:r>
              <a:rPr lang="en-US" sz="1200" dirty="0">
                <a:solidFill>
                  <a:srgbClr val="003C71"/>
                </a:solidFill>
              </a:rPr>
              <a:t>;</a:t>
            </a:r>
            <a:r>
              <a:rPr lang="en-US" sz="1200" b="1" dirty="0">
                <a:solidFill>
                  <a:srgbClr val="003C71"/>
                </a:solidFill>
              </a:rPr>
              <a:t> </a:t>
            </a:r>
            <a:r>
              <a:rPr lang="en-US" sz="1200" dirty="0">
                <a:solidFill>
                  <a:srgbClr val="003C71"/>
                </a:solidFill>
              </a:rPr>
              <a:t>el </a:t>
            </a:r>
            <a:r>
              <a:rPr lang="en-US" sz="1200" dirty="0" err="1">
                <a:solidFill>
                  <a:srgbClr val="003C71"/>
                </a:solidFill>
              </a:rPr>
              <a:t>postproceso</a:t>
            </a:r>
            <a:r>
              <a:rPr lang="en-US" sz="1200" dirty="0">
                <a:solidFill>
                  <a:srgbClr val="003C71"/>
                </a:solidFill>
              </a:rPr>
              <a:t> la </a:t>
            </a:r>
            <a:r>
              <a:rPr lang="en-US" sz="1200" dirty="0" err="1">
                <a:solidFill>
                  <a:srgbClr val="003C71"/>
                </a:solidFill>
              </a:rPr>
              <a:t>adapta</a:t>
            </a:r>
            <a:r>
              <a:rPr lang="en-US" sz="1200" dirty="0">
                <a:solidFill>
                  <a:srgbClr val="003C71"/>
                </a:solidFill>
              </a:rPr>
              <a:t> al </a:t>
            </a:r>
            <a:r>
              <a:rPr lang="en-US" sz="1200" dirty="0" err="1">
                <a:solidFill>
                  <a:srgbClr val="003C71"/>
                </a:solidFill>
              </a:rPr>
              <a:t>caso</a:t>
            </a:r>
            <a:r>
              <a:rPr lang="en-US" sz="1200" dirty="0">
                <a:solidFill>
                  <a:srgbClr val="003C71"/>
                </a:solidFill>
              </a:rPr>
              <a:t> real y a la </a:t>
            </a:r>
            <a:r>
              <a:rPr lang="en-US" sz="1200" dirty="0" err="1">
                <a:solidFill>
                  <a:srgbClr val="003C71"/>
                </a:solidFill>
              </a:rPr>
              <a:t>latencia</a:t>
            </a:r>
            <a:r>
              <a:rPr lang="en-US" sz="1200" dirty="0">
                <a:solidFill>
                  <a:srgbClr val="003C71"/>
                </a:solidFill>
              </a:rPr>
              <a:t> del robot</a:t>
            </a:r>
            <a:r>
              <a:rPr lang="en-US" sz="1200" b="1" dirty="0">
                <a:solidFill>
                  <a:srgbClr val="003C71"/>
                </a:solidFill>
              </a:rPr>
              <a:t>.</a:t>
            </a:r>
            <a:endParaRPr lang="en-US" sz="1200" dirty="0"/>
          </a:p>
        </p:txBody>
      </p:sp>
      <p:pic>
        <p:nvPicPr>
          <p:cNvPr id="39" name="Picture 38" descr="A collage of different colored chairs and tables&#10;&#10;AI-generated content may be incorrect.">
            <a:extLst>
              <a:ext uri="{FF2B5EF4-FFF2-40B4-BE49-F238E27FC236}">
                <a16:creationId xmlns:a16="http://schemas.microsoft.com/office/drawing/2014/main" id="{1169AD50-0AC1-F65B-5DD4-752F484AF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01688"/>
            <a:ext cx="4612501" cy="2551056"/>
          </a:xfrm>
          <a:prstGeom prst="rect">
            <a:avLst/>
          </a:prstGeom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E425EC8A-56DA-ED0C-0879-4878EAC4BD9D}"/>
              </a:ext>
            </a:extLst>
          </p:cNvPr>
          <p:cNvCxnSpPr>
            <a:stCxn id="12" idx="0"/>
            <a:endCxn id="20" idx="0"/>
          </p:cNvCxnSpPr>
          <p:nvPr/>
        </p:nvCxnSpPr>
        <p:spPr>
          <a:xfrm rot="5400000" flipH="1" flipV="1">
            <a:off x="5581988" y="-591613"/>
            <a:ext cx="5794" cy="4629532"/>
          </a:xfrm>
          <a:prstGeom prst="bentConnector3">
            <a:avLst>
              <a:gd name="adj1" fmla="val 459344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hape 25">
            <a:extLst>
              <a:ext uri="{FF2B5EF4-FFF2-40B4-BE49-F238E27FC236}">
                <a16:creationId xmlns:a16="http://schemas.microsoft.com/office/drawing/2014/main" id="{3E6CCFED-03D1-7787-DB36-ECE8BFA1D912}"/>
              </a:ext>
            </a:extLst>
          </p:cNvPr>
          <p:cNvSpPr/>
          <p:nvPr/>
        </p:nvSpPr>
        <p:spPr>
          <a:xfrm>
            <a:off x="5371097" y="4145232"/>
            <a:ext cx="2795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778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26">
                <a:extLst>
                  <a:ext uri="{FF2B5EF4-FFF2-40B4-BE49-F238E27FC236}">
                    <a16:creationId xmlns:a16="http://schemas.microsoft.com/office/drawing/2014/main" id="{E16B2D2D-52A1-37F5-A85C-E5A08B754FD5}"/>
                  </a:ext>
                </a:extLst>
              </p:cNvPr>
              <p:cNvSpPr/>
              <p:nvPr/>
            </p:nvSpPr>
            <p:spPr>
              <a:xfrm>
                <a:off x="5542147" y="4282392"/>
                <a:ext cx="223991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0071C5"/>
                    </a:solidFill>
                  </a:rPr>
                  <a:t>Salida A · </a:t>
                </a:r>
                <a14:m>
                  <m:oMath xmlns:m="http://schemas.openxmlformats.org/officeDocument/2006/math">
                    <m:r>
                      <a:rPr lang="en-US" sz="1500" b="1" i="0" dirty="0" smtClean="0">
                        <a:solidFill>
                          <a:srgbClr val="0071C5"/>
                        </a:solidFill>
                        <a:latin typeface="Cambria Math" panose="02040503050406030204" pitchFamily="18" charset="0"/>
                      </a:rPr>
                      <m:t>𝚯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42" name="Text 26">
                <a:extLst>
                  <a:ext uri="{FF2B5EF4-FFF2-40B4-BE49-F238E27FC236}">
                    <a16:creationId xmlns:a16="http://schemas.microsoft.com/office/drawing/2014/main" id="{E16B2D2D-52A1-37F5-A85C-E5A08B754F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147" y="4282392"/>
                <a:ext cx="2239919" cy="228600"/>
              </a:xfrm>
              <a:prstGeom prst="rect">
                <a:avLst/>
              </a:prstGeom>
              <a:blipFill>
                <a:blip r:embed="rId6"/>
                <a:stretch>
                  <a:fillRect l="-5163" t="-21053" b="-5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27">
                <a:extLst>
                  <a:ext uri="{FF2B5EF4-FFF2-40B4-BE49-F238E27FC236}">
                    <a16:creationId xmlns:a16="http://schemas.microsoft.com/office/drawing/2014/main" id="{E56F4668-C8F5-D342-149F-BE8085D22C14}"/>
                  </a:ext>
                </a:extLst>
              </p:cNvPr>
              <p:cNvSpPr/>
              <p:nvPr/>
            </p:nvSpPr>
            <p:spPr>
              <a:xfrm>
                <a:off x="5548604" y="4607805"/>
                <a:ext cx="2298039" cy="5615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en-US" sz="1150" dirty="0" err="1">
                    <a:solidFill>
                      <a:srgbClr val="5B667A"/>
                    </a:solidFill>
                  </a:rPr>
                  <a:t>Matriz</a:t>
                </a:r>
                <a:r>
                  <a:rPr lang="en-US" sz="1150" dirty="0">
                    <a:solidFill>
                      <a:srgbClr val="5B667A"/>
                    </a:solidFill>
                  </a:rPr>
                  <a:t> de </a:t>
                </a:r>
                <a14:m>
                  <m:oMath xmlns:m="http://schemas.openxmlformats.org/officeDocument/2006/math">
                    <m:r>
                      <a:rPr lang="en-US" sz="1150" i="1" dirty="0" smtClean="0">
                        <a:solidFill>
                          <a:srgbClr val="5B667A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150" dirty="0">
                    <a:solidFill>
                      <a:srgbClr val="5B667A"/>
                    </a:solidFill>
                  </a:rPr>
                  <a:t> </a:t>
                </a:r>
                <a:r>
                  <a:rPr lang="en-US" sz="1150" dirty="0" err="1">
                    <a:solidFill>
                      <a:srgbClr val="5B667A"/>
                    </a:solidFill>
                  </a:rPr>
                  <a:t>primitivas</a:t>
                </a:r>
                <a:r>
                  <a:rPr lang="en-US" sz="1150" dirty="0">
                    <a:solidFill>
                      <a:srgbClr val="5B667A"/>
                    </a:solidFill>
                  </a:rPr>
                  <a:t> × 12 </a:t>
                </a:r>
                <a:r>
                  <a:rPr lang="en-US" sz="1150" dirty="0" err="1">
                    <a:solidFill>
                      <a:srgbClr val="5B667A"/>
                    </a:solidFill>
                  </a:rPr>
                  <a:t>valores</a:t>
                </a:r>
                <a:r>
                  <a:rPr lang="en-US" sz="1150" dirty="0">
                    <a:solidFill>
                      <a:srgbClr val="5B667A"/>
                    </a:solidFill>
                  </a:rPr>
                  <a:t>: 11 </a:t>
                </a:r>
                <a:r>
                  <a:rPr lang="en-US" sz="1150" dirty="0" err="1">
                    <a:solidFill>
                      <a:srgbClr val="5B667A"/>
                    </a:solidFill>
                  </a:rPr>
                  <a:t>parámetros</a:t>
                </a:r>
                <a:r>
                  <a:rPr lang="en-US" sz="1150" dirty="0">
                    <a:solidFill>
                      <a:srgbClr val="5B667A"/>
                    </a:solidFill>
                  </a:rPr>
                  <a:t> </a:t>
                </a:r>
                <a:r>
                  <a:rPr lang="en-US" sz="1150" dirty="0" err="1">
                    <a:solidFill>
                      <a:srgbClr val="5B667A"/>
                    </a:solidFill>
                  </a:rPr>
                  <a:t>geométricos</a:t>
                </a:r>
                <a:r>
                  <a:rPr lang="en-US" sz="1150" dirty="0">
                    <a:solidFill>
                      <a:srgbClr val="5B667A"/>
                    </a:solidFill>
                  </a:rPr>
                  <a:t> + </a:t>
                </a:r>
                <a:r>
                  <a:rPr lang="en-US" sz="1150" dirty="0" err="1">
                    <a:solidFill>
                      <a:srgbClr val="5B667A"/>
                    </a:solidFill>
                  </a:rPr>
                  <a:t>probabilidad</a:t>
                </a:r>
                <a:r>
                  <a:rPr lang="en-US" sz="1150" dirty="0">
                    <a:solidFill>
                      <a:srgbClr val="5B667A"/>
                    </a:solidFill>
                  </a:rPr>
                  <a:t> de </a:t>
                </a:r>
                <a:r>
                  <a:rPr lang="en-US" sz="1150" dirty="0" err="1">
                    <a:solidFill>
                      <a:srgbClr val="5B667A"/>
                    </a:solidFill>
                  </a:rPr>
                  <a:t>existencia</a:t>
                </a:r>
                <a:r>
                  <a:rPr lang="en-US" sz="1150" dirty="0">
                    <a:solidFill>
                      <a:srgbClr val="5B667A"/>
                    </a:solidFill>
                  </a:rPr>
                  <a:t>.</a:t>
                </a:r>
                <a:endParaRPr lang="en-US" sz="1150" dirty="0"/>
              </a:p>
            </p:txBody>
          </p:sp>
        </mc:Choice>
        <mc:Fallback xmlns="">
          <p:sp>
            <p:nvSpPr>
              <p:cNvPr id="44" name="Text 27">
                <a:extLst>
                  <a:ext uri="{FF2B5EF4-FFF2-40B4-BE49-F238E27FC236}">
                    <a16:creationId xmlns:a16="http://schemas.microsoft.com/office/drawing/2014/main" id="{E56F4668-C8F5-D342-149F-BE8085D22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604" y="4607805"/>
                <a:ext cx="2298039" cy="561555"/>
              </a:xfrm>
              <a:prstGeom prst="rect">
                <a:avLst/>
              </a:prstGeom>
              <a:blipFill>
                <a:blip r:embed="rId7"/>
                <a:stretch>
                  <a:fillRect l="-3979" t="-5435" b="-1413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Shape 28">
            <a:extLst>
              <a:ext uri="{FF2B5EF4-FFF2-40B4-BE49-F238E27FC236}">
                <a16:creationId xmlns:a16="http://schemas.microsoft.com/office/drawing/2014/main" id="{09F244E6-420E-3E58-4C7C-439C6FE374B8}"/>
              </a:ext>
            </a:extLst>
          </p:cNvPr>
          <p:cNvSpPr/>
          <p:nvPr/>
        </p:nvSpPr>
        <p:spPr>
          <a:xfrm>
            <a:off x="8438316" y="4145233"/>
            <a:ext cx="2891983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7780">
            <a:solidFill>
              <a:srgbClr val="785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29">
                <a:extLst>
                  <a:ext uri="{FF2B5EF4-FFF2-40B4-BE49-F238E27FC236}">
                    <a16:creationId xmlns:a16="http://schemas.microsoft.com/office/drawing/2014/main" id="{697D9E44-2D44-1A8D-BBAE-94F1B286B1B0}"/>
                  </a:ext>
                </a:extLst>
              </p:cNvPr>
              <p:cNvSpPr/>
              <p:nvPr/>
            </p:nvSpPr>
            <p:spPr>
              <a:xfrm>
                <a:off x="8622281" y="4282393"/>
                <a:ext cx="221408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500" b="1" dirty="0">
                    <a:solidFill>
                      <a:srgbClr val="7857D8"/>
                    </a:solidFill>
                  </a:rPr>
                  <a:t>Salida B · </a:t>
                </a:r>
                <a14:m>
                  <m:oMath xmlns:m="http://schemas.openxmlformats.org/officeDocument/2006/math">
                    <m:r>
                      <a:rPr lang="en-US" sz="1500" b="1" i="1" dirty="0" smtClean="0">
                        <a:solidFill>
                          <a:srgbClr val="7857D8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48" name="Text 29">
                <a:extLst>
                  <a:ext uri="{FF2B5EF4-FFF2-40B4-BE49-F238E27FC236}">
                    <a16:creationId xmlns:a16="http://schemas.microsoft.com/office/drawing/2014/main" id="{697D9E44-2D44-1A8D-BBAE-94F1B286B1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281" y="4282393"/>
                <a:ext cx="2214088" cy="228600"/>
              </a:xfrm>
              <a:prstGeom prst="rect">
                <a:avLst/>
              </a:prstGeom>
              <a:blipFill>
                <a:blip r:embed="rId8"/>
                <a:stretch>
                  <a:fillRect l="-5220" t="-21053" b="-5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30">
                <a:extLst>
                  <a:ext uri="{FF2B5EF4-FFF2-40B4-BE49-F238E27FC236}">
                    <a16:creationId xmlns:a16="http://schemas.microsoft.com/office/drawing/2014/main" id="{2F86A5C8-619A-593C-E034-A308DECBB2A8}"/>
                  </a:ext>
                </a:extLst>
              </p:cNvPr>
              <p:cNvSpPr/>
              <p:nvPr/>
            </p:nvSpPr>
            <p:spPr>
              <a:xfrm>
                <a:off x="8622281" y="4614264"/>
                <a:ext cx="1835420" cy="5550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150" dirty="0">
                    <a:solidFill>
                      <a:srgbClr val="5B667A"/>
                    </a:solidFill>
                  </a:rPr>
                  <a:t>Matriz </a:t>
                </a:r>
                <a14:m>
                  <m:oMath xmlns:m="http://schemas.openxmlformats.org/officeDocument/2006/math">
                    <m:r>
                      <a:rPr lang="en-US" sz="1150" i="1" dirty="0" smtClean="0">
                        <a:solidFill>
                          <a:srgbClr val="5B667A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50" i="1" dirty="0" smtClean="0">
                        <a:solidFill>
                          <a:srgbClr val="5B667A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150" i="1" dirty="0" smtClean="0">
                        <a:solidFill>
                          <a:srgbClr val="5B667A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150" dirty="0">
                    <a:solidFill>
                      <a:srgbClr val="5B667A"/>
                    </a:solidFill>
                  </a:rPr>
                  <a:t> de </a:t>
                </a:r>
                <a:r>
                  <a:rPr lang="en-US" sz="1150" dirty="0" err="1">
                    <a:solidFill>
                      <a:srgbClr val="5B667A"/>
                    </a:solidFill>
                  </a:rPr>
                  <a:t>asignación</a:t>
                </a:r>
                <a:r>
                  <a:rPr lang="en-US" sz="1150" dirty="0">
                    <a:solidFill>
                      <a:srgbClr val="5B667A"/>
                    </a:solidFill>
                  </a:rPr>
                  <a:t> punto-</a:t>
                </a:r>
                <a:r>
                  <a:rPr lang="en-US" sz="1150" dirty="0" err="1">
                    <a:solidFill>
                      <a:srgbClr val="5B667A"/>
                    </a:solidFill>
                  </a:rPr>
                  <a:t>primitiva</a:t>
                </a:r>
                <a:r>
                  <a:rPr lang="en-US" sz="1150" dirty="0">
                    <a:solidFill>
                      <a:srgbClr val="5B667A"/>
                    </a:solidFill>
                  </a:rPr>
                  <a:t>.</a:t>
                </a:r>
                <a:endParaRPr lang="en-US" sz="1150" dirty="0"/>
              </a:p>
            </p:txBody>
          </p:sp>
        </mc:Choice>
        <mc:Fallback xmlns="">
          <p:sp>
            <p:nvSpPr>
              <p:cNvPr id="50" name="Text 30">
                <a:extLst>
                  <a:ext uri="{FF2B5EF4-FFF2-40B4-BE49-F238E27FC236}">
                    <a16:creationId xmlns:a16="http://schemas.microsoft.com/office/drawing/2014/main" id="{2F86A5C8-619A-593C-E034-A308DECBB2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281" y="4614264"/>
                <a:ext cx="1835420" cy="555097"/>
              </a:xfrm>
              <a:prstGeom prst="rect">
                <a:avLst/>
              </a:prstGeom>
              <a:blipFill>
                <a:blip r:embed="rId9"/>
                <a:stretch>
                  <a:fillRect l="-49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D1895345-41D3-30ED-E850-FBD08E735917}"/>
              </a:ext>
            </a:extLst>
          </p:cNvPr>
          <p:cNvCxnSpPr>
            <a:stCxn id="20" idx="2"/>
            <a:endCxn id="40" idx="0"/>
          </p:cNvCxnSpPr>
          <p:nvPr/>
        </p:nvCxnSpPr>
        <p:spPr>
          <a:xfrm rot="5400000">
            <a:off x="6876046" y="3121627"/>
            <a:ext cx="916216" cy="1130994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BC1F782D-4446-1D11-9214-144E769802FA}"/>
              </a:ext>
            </a:extLst>
          </p:cNvPr>
          <p:cNvCxnSpPr>
            <a:cxnSpLocks/>
            <a:stCxn id="24" idx="3"/>
            <a:endCxn id="46" idx="3"/>
          </p:cNvCxnSpPr>
          <p:nvPr/>
        </p:nvCxnSpPr>
        <p:spPr>
          <a:xfrm>
            <a:off x="11330299" y="2480430"/>
            <a:ext cx="12700" cy="2222587"/>
          </a:xfrm>
          <a:prstGeom prst="bentConnector3">
            <a:avLst>
              <a:gd name="adj1" fmla="val 27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48C63D2D-DA63-ABE2-27D9-DEE359C6DA7E}"/>
              </a:ext>
            </a:extLst>
          </p:cNvPr>
          <p:cNvCxnSpPr>
            <a:cxnSpLocks/>
          </p:cNvCxnSpPr>
          <p:nvPr/>
        </p:nvCxnSpPr>
        <p:spPr>
          <a:xfrm rot="10800000">
            <a:off x="5577398" y="3222169"/>
            <a:ext cx="1191259" cy="46429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67085"/>
                </a:solidFill>
              </a:rPr>
              <a:t>04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>
                <a:solidFill>
                  <a:srgbClr val="0071C5"/>
                </a:solidFill>
              </a:rPr>
              <a:t>04 · PROGRESO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72033"/>
                </a:solidFill>
              </a:rPr>
              <a:t>Progreso Parte 1: segmentación de objetos en la escena</a:t>
            </a:r>
            <a:endParaRPr lang="en-US" sz="2700"/>
          </a:p>
        </p:txBody>
      </p:sp>
      <p:pic>
        <p:nvPicPr>
          <p:cNvPr id="7" name="Image 0" descr="/mnt/data/generated_image_727D399DA70F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15568"/>
            <a:ext cx="5577840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5057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3C71"/>
                </a:solidFill>
              </a:rPr>
              <a:t>Pipeline híbrido adoptado</a:t>
            </a:r>
            <a:endParaRPr lang="en-US" sz="2200"/>
          </a:p>
        </p:txBody>
      </p:sp>
      <p:sp>
        <p:nvSpPr>
          <p:cNvPr id="9" name="Shape 6"/>
          <p:cNvSpPr/>
          <p:nvPr/>
        </p:nvSpPr>
        <p:spPr>
          <a:xfrm>
            <a:off x="6473952" y="2072640"/>
            <a:ext cx="4892040" cy="630936"/>
          </a:xfrm>
          <a:prstGeom prst="roundRect">
            <a:avLst>
              <a:gd name="adj" fmla="val 8696"/>
            </a:avLst>
          </a:prstGeom>
          <a:solidFill>
            <a:srgbClr val="E9F6FD"/>
          </a:solidFill>
          <a:ln w="1524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29400" y="228168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1C5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13448" y="2113887"/>
            <a:ext cx="1325880" cy="562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172033"/>
                </a:solidFill>
              </a:rPr>
              <a:t>Geometría</a:t>
            </a:r>
            <a:r>
              <a:rPr lang="en-US" sz="1300" b="1" dirty="0">
                <a:solidFill>
                  <a:srgbClr val="172033"/>
                </a:solidFill>
              </a:rPr>
              <a:t> de mesa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75320" y="21640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150" dirty="0">
                <a:solidFill>
                  <a:srgbClr val="5B667A"/>
                </a:solidFill>
              </a:rPr>
              <a:t>RANSAC </a:t>
            </a:r>
            <a:r>
              <a:rPr lang="en-US" sz="1150" dirty="0" err="1">
                <a:solidFill>
                  <a:srgbClr val="5B667A"/>
                </a:solidFill>
              </a:rPr>
              <a:t>valida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qué</a:t>
            </a:r>
            <a:r>
              <a:rPr lang="en-US" sz="1150" dirty="0">
                <a:solidFill>
                  <a:srgbClr val="5B667A"/>
                </a:solidFill>
              </a:rPr>
              <a:t> puntos son </a:t>
            </a:r>
            <a:r>
              <a:rPr lang="en-US" sz="1150" dirty="0" err="1">
                <a:solidFill>
                  <a:srgbClr val="5B667A"/>
                </a:solidFill>
              </a:rPr>
              <a:t>realmente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parte</a:t>
            </a:r>
            <a:r>
              <a:rPr lang="en-US" sz="1150" dirty="0">
                <a:solidFill>
                  <a:srgbClr val="5B667A"/>
                </a:solidFill>
              </a:rPr>
              <a:t> de </a:t>
            </a:r>
            <a:r>
              <a:rPr lang="en-US" sz="1150" dirty="0" err="1">
                <a:solidFill>
                  <a:srgbClr val="5B667A"/>
                </a:solidFill>
              </a:rPr>
              <a:t>objetos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sobre</a:t>
            </a:r>
            <a:r>
              <a:rPr lang="en-US" sz="1150" dirty="0">
                <a:solidFill>
                  <a:srgbClr val="5B667A"/>
                </a:solidFill>
              </a:rPr>
              <a:t> la mesa.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73952" y="3723132"/>
            <a:ext cx="4892040" cy="630936"/>
          </a:xfrm>
          <a:prstGeom prst="roundRect">
            <a:avLst>
              <a:gd name="adj" fmla="val 8696"/>
            </a:avLst>
          </a:prstGeom>
          <a:solidFill>
            <a:srgbClr val="E9F6FD"/>
          </a:solidFill>
          <a:ln w="1524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29400" y="394487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1C5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76872" y="3932561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FastSAM-x</a:t>
            </a:r>
          </a:p>
        </p:txBody>
      </p:sp>
      <p:sp>
        <p:nvSpPr>
          <p:cNvPr id="16" name="Text 13"/>
          <p:cNvSpPr/>
          <p:nvPr/>
        </p:nvSpPr>
        <p:spPr>
          <a:xfrm>
            <a:off x="8275320" y="381457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73952" y="4541520"/>
            <a:ext cx="4892040" cy="63093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629400" y="476326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1C5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48386" y="4738427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Salida ROS 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75320" y="4671701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67A"/>
                </a:solidFill>
              </a:rPr>
              <a:t>Publica </a:t>
            </a:r>
            <a:r>
              <a:rPr lang="en-US" sz="1150" dirty="0" err="1">
                <a:solidFill>
                  <a:srgbClr val="5B667A"/>
                </a:solidFill>
              </a:rPr>
              <a:t>máscara</a:t>
            </a:r>
            <a:r>
              <a:rPr lang="en-US" sz="1150" dirty="0">
                <a:solidFill>
                  <a:srgbClr val="5B667A"/>
                </a:solidFill>
              </a:rPr>
              <a:t>, </a:t>
            </a:r>
            <a:r>
              <a:rPr lang="en-US" sz="1150" dirty="0" err="1">
                <a:solidFill>
                  <a:srgbClr val="5B667A"/>
                </a:solidFill>
              </a:rPr>
              <a:t>nube</a:t>
            </a:r>
            <a:r>
              <a:rPr lang="en-US" sz="1150" dirty="0">
                <a:solidFill>
                  <a:srgbClr val="5B667A"/>
                </a:solidFill>
              </a:rPr>
              <a:t> x-y-z-</a:t>
            </a:r>
            <a:r>
              <a:rPr lang="en-US" sz="1150" dirty="0" err="1">
                <a:solidFill>
                  <a:srgbClr val="5B667A"/>
                </a:solidFill>
              </a:rPr>
              <a:t>instancia</a:t>
            </a:r>
            <a:r>
              <a:rPr lang="en-US" sz="1150" dirty="0">
                <a:solidFill>
                  <a:srgbClr val="5B667A"/>
                </a:solidFill>
              </a:rPr>
              <a:t> y plano.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13232" y="6145530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Resultado</a:t>
            </a:r>
            <a:r>
              <a:rPr lang="en-US" sz="1200" b="1" dirty="0">
                <a:solidFill>
                  <a:srgbClr val="003C71"/>
                </a:solidFill>
              </a:rPr>
              <a:t>: </a:t>
            </a:r>
            <a:r>
              <a:rPr lang="en-US" sz="1200" dirty="0">
                <a:solidFill>
                  <a:srgbClr val="003C71"/>
                </a:solidFill>
              </a:rPr>
              <a:t>Evita</a:t>
            </a:r>
            <a:r>
              <a:rPr lang="en-US" sz="1200" b="1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aceptar</a:t>
            </a:r>
            <a:r>
              <a:rPr lang="en-US" sz="1200" dirty="0">
                <a:solidFill>
                  <a:srgbClr val="003C71"/>
                </a:solidFill>
              </a:rPr>
              <a:t> mesa y </a:t>
            </a:r>
            <a:r>
              <a:rPr lang="en-US" sz="1200" dirty="0" err="1">
                <a:solidFill>
                  <a:srgbClr val="003C71"/>
                </a:solidFill>
              </a:rPr>
              <a:t>fondo</a:t>
            </a:r>
            <a:r>
              <a:rPr lang="en-US" sz="1200" dirty="0">
                <a:solidFill>
                  <a:srgbClr val="003C71"/>
                </a:solidFill>
              </a:rPr>
              <a:t>; reduce la carga </a:t>
            </a:r>
            <a:r>
              <a:rPr lang="en-US" sz="1200" dirty="0" err="1">
                <a:solidFill>
                  <a:srgbClr val="003C71"/>
                </a:solidFill>
              </a:rPr>
              <a:t>computacional</a:t>
            </a:r>
            <a:r>
              <a:rPr lang="en-US" sz="1200" dirty="0">
                <a:solidFill>
                  <a:srgbClr val="003C71"/>
                </a:solidFill>
              </a:rPr>
              <a:t> para el </a:t>
            </a:r>
            <a:r>
              <a:rPr lang="en-US" sz="1200" dirty="0" err="1">
                <a:solidFill>
                  <a:srgbClr val="003C71"/>
                </a:solidFill>
              </a:rPr>
              <a:t>siguiente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submódulo</a:t>
            </a:r>
            <a:r>
              <a:rPr lang="en-US" sz="1200" dirty="0">
                <a:solidFill>
                  <a:srgbClr val="003C71"/>
                </a:solidFill>
              </a:rPr>
              <a:t> al solo </a:t>
            </a:r>
            <a:r>
              <a:rPr lang="en-US" sz="1200" dirty="0" err="1">
                <a:solidFill>
                  <a:srgbClr val="003C71"/>
                </a:solidFill>
              </a:rPr>
              <a:t>dejar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todo</a:t>
            </a:r>
            <a:r>
              <a:rPr lang="en-US" sz="1200" dirty="0">
                <a:solidFill>
                  <a:srgbClr val="003C71"/>
                </a:solidFill>
              </a:rPr>
              <a:t> lo </a:t>
            </a:r>
            <a:r>
              <a:rPr lang="en-US" sz="1200" dirty="0" err="1">
                <a:solidFill>
                  <a:srgbClr val="003C71"/>
                </a:solidFill>
              </a:rPr>
              <a:t>que</a:t>
            </a:r>
            <a:r>
              <a:rPr lang="en-US" sz="1200" dirty="0">
                <a:solidFill>
                  <a:srgbClr val="003C71"/>
                </a:solidFill>
              </a:rPr>
              <a:t> son </a:t>
            </a:r>
            <a:r>
              <a:rPr lang="en-US" sz="1200" dirty="0" err="1">
                <a:solidFill>
                  <a:srgbClr val="003C71"/>
                </a:solidFill>
              </a:rPr>
              <a:t>objetos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encima</a:t>
            </a:r>
            <a:r>
              <a:rPr lang="en-US" sz="1200" dirty="0">
                <a:solidFill>
                  <a:srgbClr val="003C71"/>
                </a:solidFill>
              </a:rPr>
              <a:t> de la mesa.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85477E-9F3D-47D1-CD50-113B0AC2E359}"/>
              </a:ext>
            </a:extLst>
          </p:cNvPr>
          <p:cNvSpPr txBox="1"/>
          <p:nvPr/>
        </p:nvSpPr>
        <p:spPr>
          <a:xfrm>
            <a:off x="8274266" y="3781286"/>
            <a:ext cx="292713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dirty="0" err="1">
                <a:solidFill>
                  <a:srgbClr val="5B667A"/>
                </a:solidFill>
              </a:rPr>
              <a:t>Separa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instancias</a:t>
            </a:r>
            <a:r>
              <a:rPr lang="en-US" sz="1150" dirty="0">
                <a:solidFill>
                  <a:srgbClr val="5B667A"/>
                </a:solidFill>
              </a:rPr>
              <a:t>, </a:t>
            </a:r>
            <a:r>
              <a:rPr lang="en-US" sz="1150" dirty="0" err="1">
                <a:solidFill>
                  <a:srgbClr val="5B667A"/>
                </a:solidFill>
              </a:rPr>
              <a:t>incluso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cuando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los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objetos</a:t>
            </a:r>
            <a:r>
              <a:rPr lang="en-US" sz="1150" dirty="0">
                <a:solidFill>
                  <a:srgbClr val="5B667A"/>
                </a:solidFill>
              </a:rPr>
              <a:t> se </a:t>
            </a:r>
            <a:r>
              <a:rPr lang="en-US" sz="1150" dirty="0" err="1">
                <a:solidFill>
                  <a:srgbClr val="5B667A"/>
                </a:solidFill>
              </a:rPr>
              <a:t>tocan</a:t>
            </a:r>
            <a:r>
              <a:rPr lang="en-US" sz="1150" dirty="0">
                <a:solidFill>
                  <a:srgbClr val="5B667A"/>
                </a:solidFill>
              </a:rPr>
              <a:t>. </a:t>
            </a:r>
            <a:endParaRPr lang="en-US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DBA8DE1F-C12F-8F91-3751-16E821054082}"/>
              </a:ext>
            </a:extLst>
          </p:cNvPr>
          <p:cNvSpPr/>
          <p:nvPr/>
        </p:nvSpPr>
        <p:spPr>
          <a:xfrm>
            <a:off x="6473952" y="2905252"/>
            <a:ext cx="4892040" cy="630936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524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8D72BA8A-9AB0-A3C9-A59A-CF04531422F5}"/>
              </a:ext>
            </a:extLst>
          </p:cNvPr>
          <p:cNvSpPr/>
          <p:nvPr/>
        </p:nvSpPr>
        <p:spPr>
          <a:xfrm>
            <a:off x="6629400" y="311429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1C5"/>
                </a:solidFill>
              </a:rPr>
              <a:t>2</a:t>
            </a:r>
            <a:endParaRPr lang="en-US" sz="130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DFF0B634-C499-CA40-935C-AE8FAD9C6B9F}"/>
              </a:ext>
            </a:extLst>
          </p:cNvPr>
          <p:cNvSpPr/>
          <p:nvPr/>
        </p:nvSpPr>
        <p:spPr>
          <a:xfrm>
            <a:off x="6976872" y="3095809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72033"/>
                </a:solidFill>
              </a:rPr>
              <a:t>Filtro</a:t>
            </a:r>
            <a:r>
              <a:rPr lang="en-US" sz="1300" b="1" dirty="0">
                <a:solidFill>
                  <a:srgbClr val="172033"/>
                </a:solidFill>
              </a:rPr>
              <a:t> 3D</a:t>
            </a:r>
            <a:endParaRPr lang="en-US" sz="13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BE34EB26-2784-DD9D-5A63-BCEFDCC35C80}"/>
              </a:ext>
            </a:extLst>
          </p:cNvPr>
          <p:cNvSpPr/>
          <p:nvPr/>
        </p:nvSpPr>
        <p:spPr>
          <a:xfrm>
            <a:off x="8275320" y="30424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5B667A"/>
                </a:solidFill>
              </a:rPr>
              <a:t>Rechaza</a:t>
            </a:r>
            <a:r>
              <a:rPr lang="en-US" sz="1150" dirty="0">
                <a:solidFill>
                  <a:srgbClr val="5B667A"/>
                </a:solidFill>
              </a:rPr>
              <a:t> flying pixels y slivers antes de </a:t>
            </a:r>
            <a:r>
              <a:rPr lang="en-US" sz="1150" dirty="0" err="1">
                <a:solidFill>
                  <a:srgbClr val="5B667A"/>
                </a:solidFill>
              </a:rPr>
              <a:t>formar</a:t>
            </a:r>
            <a:r>
              <a:rPr lang="en-US" sz="1150" dirty="0">
                <a:solidFill>
                  <a:srgbClr val="5B667A"/>
                </a:solidFill>
              </a:rPr>
              <a:t> la </a:t>
            </a:r>
            <a:r>
              <a:rPr lang="en-US" sz="1150" dirty="0" err="1">
                <a:solidFill>
                  <a:srgbClr val="5B667A"/>
                </a:solidFill>
              </a:rPr>
              <a:t>nube</a:t>
            </a:r>
            <a:r>
              <a:rPr lang="en-US" sz="1150" dirty="0">
                <a:solidFill>
                  <a:srgbClr val="5B667A"/>
                </a:solidFill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67085"/>
                </a:solidFill>
              </a:rPr>
              <a:t>05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>
                <a:solidFill>
                  <a:srgbClr val="0071C5"/>
                </a:solidFill>
              </a:rPr>
              <a:t>05 · PROGRESO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72033"/>
                </a:solidFill>
              </a:rPr>
              <a:t>Progreso Parte 2: completado de nube de puntos parcial</a:t>
            </a:r>
            <a:endParaRPr lang="en-US" sz="2700"/>
          </a:p>
        </p:txBody>
      </p:sp>
      <p:pic>
        <p:nvPicPr>
          <p:cNvPr id="7" name="Image 0" descr="/mnt/data/generated_image_FA3CB945CB4B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" y="1517904"/>
            <a:ext cx="6583680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71232" y="121997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3C71"/>
                </a:solidFill>
              </a:rPr>
              <a:t>¿Por </a:t>
            </a:r>
            <a:r>
              <a:rPr lang="en-US" sz="2100" b="1" dirty="0" err="1">
                <a:solidFill>
                  <a:srgbClr val="003C71"/>
                </a:solidFill>
              </a:rPr>
              <a:t>qué</a:t>
            </a:r>
            <a:r>
              <a:rPr lang="en-US" sz="2100" b="1" dirty="0">
                <a:solidFill>
                  <a:srgbClr val="003C71"/>
                </a:solidFill>
              </a:rPr>
              <a:t> se </a:t>
            </a:r>
            <a:r>
              <a:rPr lang="en-US" sz="2100" b="1" dirty="0" err="1">
                <a:solidFill>
                  <a:srgbClr val="003C71"/>
                </a:solidFill>
              </a:rPr>
              <a:t>necesita</a:t>
            </a:r>
            <a:r>
              <a:rPr lang="en-US" sz="2100" b="1" dirty="0">
                <a:solidFill>
                  <a:srgbClr val="003C71"/>
                </a:solidFill>
              </a:rPr>
              <a:t>?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571232" y="165888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5B667A"/>
                </a:solidFill>
              </a:rPr>
              <a:t>SuperDec</a:t>
            </a:r>
            <a:r>
              <a:rPr lang="en-US" sz="1500" dirty="0">
                <a:solidFill>
                  <a:srgbClr val="5B667A"/>
                </a:solidFill>
              </a:rPr>
              <a:t> </a:t>
            </a:r>
            <a:r>
              <a:rPr lang="en-US" sz="1500" dirty="0" err="1">
                <a:solidFill>
                  <a:srgbClr val="5B667A"/>
                </a:solidFill>
              </a:rPr>
              <a:t>fue</a:t>
            </a:r>
            <a:r>
              <a:rPr lang="en-US" sz="1500" dirty="0">
                <a:solidFill>
                  <a:srgbClr val="5B667A"/>
                </a:solidFill>
              </a:rPr>
              <a:t> </a:t>
            </a:r>
            <a:r>
              <a:rPr lang="en-US" sz="1500" dirty="0" err="1">
                <a:solidFill>
                  <a:srgbClr val="5B667A"/>
                </a:solidFill>
              </a:rPr>
              <a:t>entrenado</a:t>
            </a:r>
            <a:r>
              <a:rPr lang="en-US" sz="1500" dirty="0">
                <a:solidFill>
                  <a:srgbClr val="5B667A"/>
                </a:solidFill>
              </a:rPr>
              <a:t> con superficies </a:t>
            </a:r>
            <a:r>
              <a:rPr lang="en-US" sz="1500" dirty="0" err="1">
                <a:solidFill>
                  <a:srgbClr val="5B667A"/>
                </a:solidFill>
              </a:rPr>
              <a:t>cerradas</a:t>
            </a:r>
            <a:r>
              <a:rPr lang="en-US" sz="1500" dirty="0">
                <a:solidFill>
                  <a:srgbClr val="5B667A"/>
                </a:solidFill>
              </a:rPr>
              <a:t>. Una sola </a:t>
            </a:r>
            <a:r>
              <a:rPr lang="en-US" sz="1500" dirty="0" err="1">
                <a:solidFill>
                  <a:srgbClr val="5B667A"/>
                </a:solidFill>
              </a:rPr>
              <a:t>cámara</a:t>
            </a:r>
            <a:r>
              <a:rPr lang="en-US" sz="1500" dirty="0">
                <a:solidFill>
                  <a:srgbClr val="5B667A"/>
                </a:solidFill>
              </a:rPr>
              <a:t> </a:t>
            </a:r>
            <a:r>
              <a:rPr lang="en-US" sz="1500" dirty="0" err="1">
                <a:solidFill>
                  <a:srgbClr val="5B667A"/>
                </a:solidFill>
              </a:rPr>
              <a:t>ve</a:t>
            </a:r>
            <a:r>
              <a:rPr lang="en-US" sz="1500" dirty="0">
                <a:solidFill>
                  <a:srgbClr val="5B667A"/>
                </a:solidFill>
              </a:rPr>
              <a:t> </a:t>
            </a:r>
            <a:r>
              <a:rPr lang="en-US" sz="1500" dirty="0" err="1">
                <a:solidFill>
                  <a:srgbClr val="5B667A"/>
                </a:solidFill>
              </a:rPr>
              <a:t>únicamente</a:t>
            </a:r>
            <a:r>
              <a:rPr lang="en-US" sz="1500" dirty="0">
                <a:solidFill>
                  <a:srgbClr val="5B667A"/>
                </a:solidFill>
              </a:rPr>
              <a:t> la </a:t>
            </a:r>
            <a:r>
              <a:rPr lang="en-US" sz="1500" dirty="0" err="1">
                <a:solidFill>
                  <a:srgbClr val="5B667A"/>
                </a:solidFill>
              </a:rPr>
              <a:t>cara</a:t>
            </a:r>
            <a:r>
              <a:rPr lang="en-US" sz="1500" dirty="0">
                <a:solidFill>
                  <a:srgbClr val="5B667A"/>
                </a:solidFill>
              </a:rPr>
              <a:t> frontal y superior del </a:t>
            </a:r>
            <a:r>
              <a:rPr lang="en-US" sz="1500" dirty="0" err="1">
                <a:solidFill>
                  <a:srgbClr val="5B667A"/>
                </a:solidFill>
              </a:rPr>
              <a:t>objeto</a:t>
            </a:r>
            <a:r>
              <a:rPr lang="en-US" sz="1500" dirty="0">
                <a:solidFill>
                  <a:srgbClr val="5B667A"/>
                </a:solidFill>
              </a:rPr>
              <a:t>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71232" y="2573282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78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35824" y="2710442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71C5"/>
                </a:solidFill>
              </a:rPr>
              <a:t>Denoise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7735824" y="304877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67A"/>
                </a:solidFill>
              </a:rPr>
              <a:t>20 </a:t>
            </a:r>
            <a:r>
              <a:rPr lang="en-US" sz="1150" dirty="0" err="1">
                <a:solidFill>
                  <a:srgbClr val="5B667A"/>
                </a:solidFill>
              </a:rPr>
              <a:t>vecinos</a:t>
            </a:r>
            <a:r>
              <a:rPr lang="en-US" sz="1150" dirty="0">
                <a:solidFill>
                  <a:srgbClr val="5B667A"/>
                </a:solidFill>
              </a:rPr>
              <a:t>, 2σ: </a:t>
            </a:r>
            <a:r>
              <a:rPr lang="en-US" sz="1150" dirty="0" err="1">
                <a:solidFill>
                  <a:srgbClr val="5B667A"/>
                </a:solidFill>
              </a:rPr>
              <a:t>elimina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i="1" dirty="0">
                <a:solidFill>
                  <a:srgbClr val="5B667A"/>
                </a:solidFill>
              </a:rPr>
              <a:t>outliers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que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corrompen</a:t>
            </a:r>
            <a:r>
              <a:rPr lang="en-US" sz="1150" dirty="0">
                <a:solidFill>
                  <a:srgbClr val="5B667A"/>
                </a:solidFill>
              </a:rPr>
              <a:t> la </a:t>
            </a:r>
            <a:r>
              <a:rPr lang="en-US" sz="1150" dirty="0" err="1">
                <a:solidFill>
                  <a:srgbClr val="5B667A"/>
                </a:solidFill>
              </a:rPr>
              <a:t>normalización</a:t>
            </a:r>
            <a:r>
              <a:rPr lang="en-US" sz="1150" dirty="0">
                <a:solidFill>
                  <a:srgbClr val="5B667A"/>
                </a:solidFill>
              </a:rPr>
              <a:t>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71232" y="3524258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780">
            <a:solidFill>
              <a:srgbClr val="00B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35824" y="3661418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B7A8"/>
                </a:solidFill>
              </a:rPr>
              <a:t>Complete + uniform</a:t>
            </a:r>
            <a:endParaRPr lang="en-US" sz="1500"/>
          </a:p>
        </p:txBody>
      </p:sp>
      <p:sp>
        <p:nvSpPr>
          <p:cNvPr id="15" name="Text 12"/>
          <p:cNvSpPr/>
          <p:nvPr/>
        </p:nvSpPr>
        <p:spPr>
          <a:xfrm>
            <a:off x="7735824" y="399974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>
                <a:solidFill>
                  <a:srgbClr val="5B667A"/>
                </a:solidFill>
              </a:rPr>
              <a:t>Cierra la silueta contra el plano y homogeneiza densidad.</a:t>
            </a:r>
            <a:endParaRPr lang="en-US" sz="1150"/>
          </a:p>
        </p:txBody>
      </p:sp>
      <p:sp>
        <p:nvSpPr>
          <p:cNvPr id="16" name="Shape 13"/>
          <p:cNvSpPr/>
          <p:nvPr/>
        </p:nvSpPr>
        <p:spPr>
          <a:xfrm>
            <a:off x="7571232" y="4475234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780">
            <a:solidFill>
              <a:srgbClr val="785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35824" y="4612394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7857D8"/>
                </a:solidFill>
              </a:rPr>
              <a:t>Canonical</a:t>
            </a:r>
            <a:endParaRPr lang="en-US" sz="1500"/>
          </a:p>
        </p:txBody>
      </p:sp>
      <p:sp>
        <p:nvSpPr>
          <p:cNvPr id="18" name="Text 15"/>
          <p:cNvSpPr/>
          <p:nvPr/>
        </p:nvSpPr>
        <p:spPr>
          <a:xfrm>
            <a:off x="7735824" y="495072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67A"/>
                </a:solidFill>
              </a:rPr>
              <a:t>Alinea la normal de la mesa con el </a:t>
            </a:r>
            <a:r>
              <a:rPr lang="en-US" sz="1150" dirty="0" err="1">
                <a:solidFill>
                  <a:srgbClr val="5B667A"/>
                </a:solidFill>
              </a:rPr>
              <a:t>eje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esperado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por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ShapeNet</a:t>
            </a:r>
            <a:r>
              <a:rPr lang="en-US" sz="1150" dirty="0">
                <a:solidFill>
                  <a:srgbClr val="5B667A"/>
                </a:solidFill>
              </a:rPr>
              <a:t> (+Y).</a:t>
            </a:r>
            <a:endParaRPr lang="en-US" sz="115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692EE763-8CF4-395B-93A4-3AA3E5D927C3}"/>
              </a:ext>
            </a:extLst>
          </p:cNvPr>
          <p:cNvSpPr/>
          <p:nvPr/>
        </p:nvSpPr>
        <p:spPr>
          <a:xfrm>
            <a:off x="7578353" y="5422392"/>
            <a:ext cx="391363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778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7411CCE1-CCDB-94F7-0D27-E5E823B3AEBC}"/>
              </a:ext>
            </a:extLst>
          </p:cNvPr>
          <p:cNvSpPr/>
          <p:nvPr/>
        </p:nvSpPr>
        <p:spPr>
          <a:xfrm>
            <a:off x="7742945" y="5559552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C000"/>
                </a:solidFill>
              </a:rPr>
              <a:t>Merge</a:t>
            </a:r>
            <a:endParaRPr lang="en-US" sz="1500">
              <a:solidFill>
                <a:srgbClr val="FFC000"/>
              </a:solidFill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96719270-387E-38FE-0719-D140023D7B2E}"/>
              </a:ext>
            </a:extLst>
          </p:cNvPr>
          <p:cNvSpPr/>
          <p:nvPr/>
        </p:nvSpPr>
        <p:spPr>
          <a:xfrm>
            <a:off x="7742945" y="589788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5B667A"/>
                </a:solidFill>
              </a:rPr>
              <a:t>Fusiona</a:t>
            </a:r>
            <a:r>
              <a:rPr lang="en-US" sz="1150" dirty="0">
                <a:solidFill>
                  <a:srgbClr val="5B667A"/>
                </a:solidFill>
              </a:rPr>
              <a:t> </a:t>
            </a:r>
            <a:r>
              <a:rPr lang="en-US" sz="1150" dirty="0" err="1">
                <a:solidFill>
                  <a:srgbClr val="5B667A"/>
                </a:solidFill>
              </a:rPr>
              <a:t>primitivas</a:t>
            </a:r>
            <a:r>
              <a:rPr lang="en-US" sz="1150" dirty="0">
                <a:solidFill>
                  <a:srgbClr val="5B667A"/>
                </a:solidFill>
              </a:rPr>
              <a:t> para </a:t>
            </a:r>
            <a:r>
              <a:rPr lang="en-US" sz="1150" dirty="0" err="1">
                <a:solidFill>
                  <a:srgbClr val="5B667A"/>
                </a:solidFill>
              </a:rPr>
              <a:t>eliminar</a:t>
            </a:r>
            <a:r>
              <a:rPr lang="en-US" sz="1150" dirty="0">
                <a:solidFill>
                  <a:srgbClr val="5B667A"/>
                </a:solidFill>
              </a:rPr>
              <a:t> las </a:t>
            </a:r>
            <a:r>
              <a:rPr lang="en-US" sz="1150" dirty="0" err="1">
                <a:solidFill>
                  <a:srgbClr val="5B667A"/>
                </a:solidFill>
              </a:rPr>
              <a:t>redundantes</a:t>
            </a:r>
            <a:r>
              <a:rPr lang="en-US" sz="1150" dirty="0">
                <a:solidFill>
                  <a:srgbClr val="5B667A"/>
                </a:solidFill>
              </a:rPr>
              <a:t> o </a:t>
            </a:r>
            <a:r>
              <a:rPr lang="en-US" sz="1150" dirty="0" err="1">
                <a:solidFill>
                  <a:srgbClr val="5B667A"/>
                </a:solidFill>
              </a:rPr>
              <a:t>apliadas</a:t>
            </a:r>
            <a:endParaRPr lang="en-US" sz="1150" dirty="0"/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E59B3162-7038-648D-296A-012A94E54478}"/>
              </a:ext>
            </a:extLst>
          </p:cNvPr>
          <p:cNvSpPr/>
          <p:nvPr/>
        </p:nvSpPr>
        <p:spPr>
          <a:xfrm>
            <a:off x="502920" y="5748782"/>
            <a:ext cx="6678168" cy="502920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C8F466E7-BACD-DCF8-19CB-1209A753D11E}"/>
              </a:ext>
            </a:extLst>
          </p:cNvPr>
          <p:cNvSpPr/>
          <p:nvPr/>
        </p:nvSpPr>
        <p:spPr>
          <a:xfrm>
            <a:off x="713232" y="5904992"/>
            <a:ext cx="64160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Resultado</a:t>
            </a:r>
            <a:r>
              <a:rPr lang="en-US" sz="1200" b="1" dirty="0">
                <a:solidFill>
                  <a:srgbClr val="003C71"/>
                </a:solidFill>
              </a:rPr>
              <a:t>: </a:t>
            </a:r>
            <a:r>
              <a:rPr lang="en-US" sz="1200" dirty="0">
                <a:solidFill>
                  <a:srgbClr val="003C71"/>
                </a:solidFill>
              </a:rPr>
              <a:t>Solo se </a:t>
            </a:r>
            <a:r>
              <a:rPr lang="en-US" sz="1200" dirty="0" err="1">
                <a:solidFill>
                  <a:srgbClr val="003C71"/>
                </a:solidFill>
              </a:rPr>
              <a:t>mitiga</a:t>
            </a:r>
            <a:r>
              <a:rPr lang="en-US" sz="1200" dirty="0">
                <a:solidFill>
                  <a:srgbClr val="003C71"/>
                </a:solidFill>
              </a:rPr>
              <a:t> el </a:t>
            </a:r>
            <a:r>
              <a:rPr lang="en-US" sz="1200" dirty="0" err="1">
                <a:solidFill>
                  <a:srgbClr val="003C71"/>
                </a:solidFill>
              </a:rPr>
              <a:t>problema</a:t>
            </a:r>
            <a:r>
              <a:rPr lang="en-US" sz="1200" dirty="0">
                <a:solidFill>
                  <a:srgbClr val="003C71"/>
                </a:solidFill>
              </a:rPr>
              <a:t> del </a:t>
            </a:r>
            <a:r>
              <a:rPr lang="en-US" sz="1200" dirty="0" err="1">
                <a:solidFill>
                  <a:srgbClr val="003C71"/>
                </a:solidFill>
              </a:rPr>
              <a:t>completado</a:t>
            </a:r>
            <a:r>
              <a:rPr lang="en-US" sz="1200" dirty="0">
                <a:solidFill>
                  <a:srgbClr val="003C71"/>
                </a:solidFill>
              </a:rPr>
              <a:t>; la(s) </a:t>
            </a:r>
            <a:r>
              <a:rPr lang="en-US" sz="1200" dirty="0" err="1">
                <a:solidFill>
                  <a:srgbClr val="003C71"/>
                </a:solidFill>
              </a:rPr>
              <a:t>supercuádirca</a:t>
            </a:r>
            <a:r>
              <a:rPr lang="en-US" sz="1200" dirty="0">
                <a:solidFill>
                  <a:srgbClr val="003C71"/>
                </a:solidFill>
              </a:rPr>
              <a:t>(s) </a:t>
            </a:r>
            <a:r>
              <a:rPr lang="en-US" sz="1200" dirty="0" err="1">
                <a:solidFill>
                  <a:srgbClr val="003C71"/>
                </a:solidFill>
              </a:rPr>
              <a:t>resultante</a:t>
            </a:r>
            <a:r>
              <a:rPr lang="en-US" sz="1200" dirty="0">
                <a:solidFill>
                  <a:srgbClr val="003C71"/>
                </a:solidFill>
              </a:rPr>
              <a:t>(s) </a:t>
            </a:r>
            <a:r>
              <a:rPr lang="en-US" sz="1200" dirty="0" err="1">
                <a:solidFill>
                  <a:srgbClr val="003C71"/>
                </a:solidFill>
              </a:rPr>
              <a:t>depende</a:t>
            </a:r>
            <a:r>
              <a:rPr lang="en-US" sz="1200" dirty="0">
                <a:solidFill>
                  <a:srgbClr val="003C71"/>
                </a:solidFill>
              </a:rPr>
              <a:t>(n) </a:t>
            </a:r>
            <a:r>
              <a:rPr lang="en-US" sz="1200" dirty="0" err="1">
                <a:solidFill>
                  <a:srgbClr val="003C71"/>
                </a:solidFill>
              </a:rPr>
              <a:t>fuertemente</a:t>
            </a:r>
            <a:r>
              <a:rPr lang="en-US" sz="1200" dirty="0">
                <a:solidFill>
                  <a:srgbClr val="003C71"/>
                </a:solidFill>
              </a:rPr>
              <a:t> del </a:t>
            </a:r>
            <a:r>
              <a:rPr lang="en-US" sz="1200" dirty="0" err="1">
                <a:solidFill>
                  <a:srgbClr val="003C71"/>
                </a:solidFill>
              </a:rPr>
              <a:t>preprocesamiento</a:t>
            </a:r>
            <a:r>
              <a:rPr lang="en-US" sz="1200" dirty="0">
                <a:solidFill>
                  <a:srgbClr val="003C71"/>
                </a:solidFill>
              </a:rPr>
              <a:t> y pose </a:t>
            </a:r>
            <a:r>
              <a:rPr lang="en-US" sz="1200" dirty="0" err="1">
                <a:solidFill>
                  <a:srgbClr val="003C71"/>
                </a:solidFill>
              </a:rPr>
              <a:t>en</a:t>
            </a:r>
            <a:r>
              <a:rPr lang="en-US" sz="1200" dirty="0">
                <a:solidFill>
                  <a:srgbClr val="003C71"/>
                </a:solidFill>
              </a:rPr>
              <a:t> la </a:t>
            </a:r>
            <a:r>
              <a:rPr lang="en-US" sz="1200" dirty="0" err="1">
                <a:solidFill>
                  <a:srgbClr val="003C71"/>
                </a:solidFill>
              </a:rPr>
              <a:t>escena</a:t>
            </a:r>
            <a:r>
              <a:rPr lang="en-US" sz="1200" dirty="0">
                <a:solidFill>
                  <a:srgbClr val="003C71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67085"/>
                </a:solidFill>
              </a:rPr>
              <a:t>06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>
                <a:solidFill>
                  <a:srgbClr val="0071C5"/>
                </a:solidFill>
              </a:rPr>
              <a:t>06 · SISTEMA ROS 2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72033"/>
                </a:solidFill>
              </a:rPr>
              <a:t>Arquitectura actual</a:t>
            </a:r>
            <a:endParaRPr lang="en-US" sz="2700"/>
          </a:p>
        </p:txBody>
      </p:sp>
      <p:sp>
        <p:nvSpPr>
          <p:cNvPr id="7" name="Shape 5"/>
          <p:cNvSpPr/>
          <p:nvPr/>
        </p:nvSpPr>
        <p:spPr>
          <a:xfrm>
            <a:off x="526505" y="2884726"/>
            <a:ext cx="1105952" cy="1286032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003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5590" y="3131614"/>
            <a:ext cx="1039720" cy="317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03C71"/>
                </a:solidFill>
              </a:rPr>
              <a:t>RealSense </a:t>
            </a:r>
          </a:p>
          <a:p>
            <a:pPr marL="0" indent="0" algn="ctr">
              <a:buNone/>
            </a:pPr>
            <a:r>
              <a:rPr lang="en-US" sz="1320" b="1" dirty="0">
                <a:solidFill>
                  <a:srgbClr val="003C71"/>
                </a:solidFill>
              </a:rPr>
              <a:t>D435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545590" y="3671110"/>
            <a:ext cx="1039720" cy="29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5B667A"/>
                </a:solidFill>
              </a:rPr>
              <a:t>RGB + depth alineado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1780030" y="3360214"/>
            <a:ext cx="232897" cy="300074"/>
          </a:xfrm>
          <a:prstGeom prst="chevron">
            <a:avLst/>
          </a:prstGeom>
          <a:solidFill>
            <a:srgbClr val="AABAC7"/>
          </a:solidFill>
          <a:ln w="12700">
            <a:solidFill>
              <a:srgbClr val="AABAC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035264" y="2884726"/>
            <a:ext cx="1289253" cy="128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26704" y="3131614"/>
            <a:ext cx="1122897" cy="317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320" b="1" dirty="0" err="1">
                <a:solidFill>
                  <a:srgbClr val="0071C5"/>
                </a:solidFill>
              </a:rPr>
              <a:t>Cálculo</a:t>
            </a:r>
            <a:r>
              <a:rPr lang="en-US" sz="1320" b="1" dirty="0">
                <a:solidFill>
                  <a:srgbClr val="0071C5"/>
                </a:solidFill>
              </a:rPr>
              <a:t> y </a:t>
            </a:r>
            <a:r>
              <a:rPr lang="en-US" sz="1320" b="1" dirty="0" err="1">
                <a:solidFill>
                  <a:srgbClr val="0071C5"/>
                </a:solidFill>
              </a:rPr>
              <a:t>filtrado</a:t>
            </a:r>
            <a:r>
              <a:rPr lang="en-US" sz="1320" b="1" dirty="0">
                <a:solidFill>
                  <a:srgbClr val="0071C5"/>
                </a:solidFill>
              </a:rPr>
              <a:t> </a:t>
            </a:r>
            <a:r>
              <a:rPr lang="en-US" sz="1320" b="1" dirty="0" err="1">
                <a:solidFill>
                  <a:srgbClr val="0071C5"/>
                </a:solidFill>
              </a:rPr>
              <a:t>inicial</a:t>
            </a:r>
            <a:r>
              <a:rPr lang="en-US" sz="1320" b="1" dirty="0">
                <a:solidFill>
                  <a:srgbClr val="0071C5"/>
                </a:solidFill>
              </a:rPr>
              <a:t> de puntos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126704" y="3671110"/>
            <a:ext cx="1122897" cy="29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A"/>
                </a:solidFill>
              </a:rPr>
              <a:t>Cam Rays + </a:t>
            </a:r>
            <a:r>
              <a:rPr lang="en-US" sz="1050" dirty="0" err="1">
                <a:solidFill>
                  <a:srgbClr val="5B667A"/>
                </a:solidFill>
              </a:rPr>
              <a:t>Medianblur</a:t>
            </a:r>
            <a:r>
              <a:rPr lang="en-US" sz="1050" dirty="0">
                <a:solidFill>
                  <a:srgbClr val="5B667A"/>
                </a:solidFill>
              </a:rPr>
              <a:t> + </a:t>
            </a:r>
            <a:r>
              <a:rPr lang="en-US" sz="1050" dirty="0" err="1">
                <a:solidFill>
                  <a:srgbClr val="5B667A"/>
                </a:solidFill>
              </a:rPr>
              <a:t>filtro</a:t>
            </a:r>
            <a:r>
              <a:rPr lang="en-US" sz="1050" dirty="0">
                <a:solidFill>
                  <a:srgbClr val="5B667A"/>
                </a:solidFill>
              </a:rPr>
              <a:t> depth-range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8566" y="3360214"/>
            <a:ext cx="232897" cy="300074"/>
          </a:xfrm>
          <a:prstGeom prst="chevron">
            <a:avLst/>
          </a:prstGeom>
          <a:solidFill>
            <a:srgbClr val="AABAC7"/>
          </a:solidFill>
          <a:ln w="12700">
            <a:solidFill>
              <a:srgbClr val="AAB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45192" y="2884726"/>
            <a:ext cx="1372430" cy="128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B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36632" y="3131614"/>
            <a:ext cx="1206075" cy="317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0B7A8"/>
                </a:solidFill>
              </a:rPr>
              <a:t>RANSAC + flying pixels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836632" y="3671110"/>
            <a:ext cx="1206075" cy="29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A"/>
                </a:solidFill>
              </a:rPr>
              <a:t>Plano de la mesa y </a:t>
            </a:r>
            <a:r>
              <a:rPr lang="en-US" sz="1050" dirty="0" err="1">
                <a:solidFill>
                  <a:srgbClr val="5B667A"/>
                </a:solidFill>
              </a:rPr>
              <a:t>eliminación</a:t>
            </a:r>
            <a:r>
              <a:rPr lang="en-US" sz="1050" dirty="0">
                <a:solidFill>
                  <a:srgbClr val="5B667A"/>
                </a:solidFill>
              </a:rPr>
              <a:t> de </a:t>
            </a:r>
            <a:r>
              <a:rPr lang="en-US" sz="1050" i="1" dirty="0">
                <a:solidFill>
                  <a:srgbClr val="5B667A"/>
                </a:solidFill>
              </a:rPr>
              <a:t>flying pixels </a:t>
            </a:r>
            <a:r>
              <a:rPr lang="en-US" sz="1050" dirty="0">
                <a:solidFill>
                  <a:srgbClr val="5B667A"/>
                </a:solidFill>
              </a:rPr>
              <a:t>(</a:t>
            </a:r>
            <a:r>
              <a:rPr lang="en-US" sz="1050" dirty="0" err="1">
                <a:solidFill>
                  <a:srgbClr val="5B667A"/>
                </a:solidFill>
              </a:rPr>
              <a:t>gradiente</a:t>
            </a:r>
            <a:r>
              <a:rPr lang="en-US" sz="1050" dirty="0">
                <a:solidFill>
                  <a:srgbClr val="5B667A"/>
                </a:solidFill>
              </a:rPr>
              <a:t> </a:t>
            </a:r>
            <a:r>
              <a:rPr lang="en-US" sz="1050" dirty="0" err="1">
                <a:solidFill>
                  <a:srgbClr val="5B667A"/>
                </a:solidFill>
              </a:rPr>
              <a:t>morfológico</a:t>
            </a:r>
            <a:r>
              <a:rPr lang="en-US" sz="1050" dirty="0">
                <a:solidFill>
                  <a:srgbClr val="5B667A"/>
                </a:solidFill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52813" y="3360214"/>
            <a:ext cx="232897" cy="300074"/>
          </a:xfrm>
          <a:prstGeom prst="chevron">
            <a:avLst/>
          </a:prstGeom>
          <a:solidFill>
            <a:srgbClr val="AABAC7"/>
          </a:solidFill>
          <a:ln w="12700">
            <a:solidFill>
              <a:srgbClr val="AAB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46560" y="2884726"/>
            <a:ext cx="1355795" cy="128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85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38000" y="3131614"/>
            <a:ext cx="1189440" cy="317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>
                <a:solidFill>
                  <a:srgbClr val="7857D8"/>
                </a:solidFill>
              </a:rPr>
              <a:t>FastSAM-x</a:t>
            </a:r>
            <a:endParaRPr lang="en-US" sz="1320"/>
          </a:p>
        </p:txBody>
      </p:sp>
      <p:sp>
        <p:nvSpPr>
          <p:cNvPr id="21" name="Text 19"/>
          <p:cNvSpPr/>
          <p:nvPr/>
        </p:nvSpPr>
        <p:spPr>
          <a:xfrm>
            <a:off x="5638000" y="3671110"/>
            <a:ext cx="1189440" cy="29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5B667A"/>
                </a:solidFill>
              </a:rPr>
              <a:t>Masks + overlap + CLIP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7035893" y="3360214"/>
            <a:ext cx="232897" cy="300074"/>
          </a:xfrm>
          <a:prstGeom prst="chevron">
            <a:avLst/>
          </a:prstGeom>
          <a:solidFill>
            <a:srgbClr val="AABAC7"/>
          </a:solidFill>
          <a:ln w="12700">
            <a:solidFill>
              <a:srgbClr val="AAB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29640" y="2884726"/>
            <a:ext cx="1414019" cy="128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21080" y="3131614"/>
            <a:ext cx="1247664" cy="317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20" b="1">
                <a:solidFill>
                  <a:srgbClr val="F59E0B"/>
                </a:solidFill>
              </a:rPr>
              <a:t>Nube por instancia</a:t>
            </a:r>
            <a:endParaRPr lang="en-US" sz="1320"/>
          </a:p>
        </p:txBody>
      </p:sp>
      <p:sp>
        <p:nvSpPr>
          <p:cNvPr id="25" name="Text 23"/>
          <p:cNvSpPr/>
          <p:nvPr/>
        </p:nvSpPr>
        <p:spPr>
          <a:xfrm>
            <a:off x="7421080" y="3671110"/>
            <a:ext cx="1247664" cy="29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A"/>
                </a:solidFill>
              </a:rPr>
              <a:t>[x y z instance] + plano (normal, 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82981" y="3360214"/>
            <a:ext cx="232897" cy="300074"/>
          </a:xfrm>
          <a:prstGeom prst="chevron">
            <a:avLst/>
          </a:prstGeom>
          <a:solidFill>
            <a:srgbClr val="AABAC7"/>
          </a:solidFill>
          <a:ln w="12700">
            <a:solidFill>
              <a:srgbClr val="AAB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76728" y="2884726"/>
            <a:ext cx="1289253" cy="12860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68168" y="3131614"/>
            <a:ext cx="1122897" cy="317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>
                <a:solidFill>
                  <a:srgbClr val="0071C5"/>
                </a:solidFill>
              </a:rPr>
              <a:t>SuperDec</a:t>
            </a:r>
            <a:endParaRPr lang="en-US" sz="1320"/>
          </a:p>
        </p:txBody>
      </p:sp>
      <p:sp>
        <p:nvSpPr>
          <p:cNvPr id="29" name="Text 27"/>
          <p:cNvSpPr/>
          <p:nvPr/>
        </p:nvSpPr>
        <p:spPr>
          <a:xfrm>
            <a:off x="9268168" y="3671110"/>
            <a:ext cx="1122897" cy="29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algn="ctr"/>
            <a:r>
              <a:rPr lang="en-US" sz="1050" dirty="0">
                <a:solidFill>
                  <a:srgbClr val="5B667A"/>
                </a:solidFill>
              </a:rPr>
              <a:t>Canonical → denoise → </a:t>
            </a:r>
            <a:r>
              <a:rPr lang="en-US" sz="1050" dirty="0" err="1">
                <a:solidFill>
                  <a:srgbClr val="5B667A"/>
                </a:solidFill>
              </a:rPr>
              <a:t>complete+uniform</a:t>
            </a:r>
            <a:r>
              <a:rPr lang="en-US" sz="1050" dirty="0">
                <a:solidFill>
                  <a:srgbClr val="5B667A"/>
                </a:solidFill>
              </a:rPr>
              <a:t> → merge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92909" y="3360214"/>
            <a:ext cx="232897" cy="300074"/>
          </a:xfrm>
          <a:prstGeom prst="chevron">
            <a:avLst/>
          </a:prstGeom>
          <a:solidFill>
            <a:srgbClr val="AABAC7"/>
          </a:solidFill>
          <a:ln w="12700">
            <a:solidFill>
              <a:srgbClr val="AAB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886656" y="2884726"/>
            <a:ext cx="873365" cy="1286032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A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8096" y="3131614"/>
            <a:ext cx="707010" cy="317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>
                <a:solidFill>
                  <a:srgbClr val="1AA981"/>
                </a:solidFill>
              </a:rPr>
              <a:t>Salida</a:t>
            </a:r>
            <a:endParaRPr lang="en-US" sz="1320"/>
          </a:p>
        </p:txBody>
      </p:sp>
      <p:sp>
        <p:nvSpPr>
          <p:cNvPr id="33" name="Text 31"/>
          <p:cNvSpPr/>
          <p:nvPr/>
        </p:nvSpPr>
        <p:spPr>
          <a:xfrm>
            <a:off x="10978096" y="3671110"/>
            <a:ext cx="707010" cy="29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A"/>
                </a:solidFill>
              </a:rPr>
              <a:t>SQ </a:t>
            </a:r>
            <a:r>
              <a:rPr lang="en-US" sz="1050" dirty="0" err="1">
                <a:solidFill>
                  <a:srgbClr val="5B667A"/>
                </a:solidFill>
              </a:rPr>
              <a:t>como</a:t>
            </a:r>
            <a:r>
              <a:rPr lang="en-US" sz="1050" dirty="0">
                <a:solidFill>
                  <a:srgbClr val="5B667A"/>
                </a:solidFill>
              </a:rPr>
              <a:t> </a:t>
            </a:r>
            <a:r>
              <a:rPr lang="en-US" sz="1050" dirty="0" err="1">
                <a:solidFill>
                  <a:srgbClr val="5B667A"/>
                </a:solidFill>
              </a:rPr>
              <a:t>MarkerArrays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62512" y="4850686"/>
            <a:ext cx="2079440" cy="557280"/>
          </a:xfrm>
          <a:prstGeom prst="roundRect">
            <a:avLst>
              <a:gd name="adj" fmla="val 12308"/>
            </a:avLst>
          </a:prstGeom>
          <a:solidFill>
            <a:srgbClr val="EAF5FB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27104" y="5042710"/>
            <a:ext cx="1780000" cy="17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prompt_cli</a:t>
            </a:r>
            <a:r>
              <a:rPr lang="en-US" sz="1200" b="1" dirty="0">
                <a:solidFill>
                  <a:srgbClr val="003C71"/>
                </a:solidFill>
              </a:rPr>
              <a:t> / </a:t>
            </a:r>
            <a:r>
              <a:rPr lang="en-US" sz="1200" b="1" dirty="0" err="1">
                <a:solidFill>
                  <a:srgbClr val="003C71"/>
                </a:solidFill>
              </a:rPr>
              <a:t>futuro</a:t>
            </a:r>
            <a:r>
              <a:rPr lang="en-US" sz="1200" b="1" dirty="0">
                <a:solidFill>
                  <a:srgbClr val="003C71"/>
                </a:solidFill>
              </a:rPr>
              <a:t> VLA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flipH="1" flipV="1">
            <a:off x="6306443" y="4274614"/>
            <a:ext cx="1" cy="514413"/>
          </a:xfrm>
          <a:prstGeom prst="line">
            <a:avLst/>
          </a:prstGeom>
          <a:noFill/>
          <a:ln w="19050">
            <a:solidFill>
              <a:srgbClr val="0071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F56FE8F-AD99-FAF9-B96E-258A0C93F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64" y="1143000"/>
            <a:ext cx="2085973" cy="15644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FB20B54-D681-0B25-7DF4-1EDEC4EB3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369205"/>
            <a:ext cx="2085973" cy="156448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BC00561-EC11-8901-4657-1DB4E2C00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598" y="4396297"/>
            <a:ext cx="2040882" cy="153066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824CA14-2DDD-16A3-55D6-E7D2F8445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2671" y="1115568"/>
            <a:ext cx="2085973" cy="1564480"/>
          </a:xfrm>
          <a:prstGeom prst="rect">
            <a:avLst/>
          </a:prstGeom>
        </p:spPr>
      </p:pic>
      <p:sp>
        <p:nvSpPr>
          <p:cNvPr id="56" name="Text 33">
            <a:extLst>
              <a:ext uri="{FF2B5EF4-FFF2-40B4-BE49-F238E27FC236}">
                <a16:creationId xmlns:a16="http://schemas.microsoft.com/office/drawing/2014/main" id="{1A23CE18-7C38-002B-5114-087CC5DA721B}"/>
              </a:ext>
            </a:extLst>
          </p:cNvPr>
          <p:cNvSpPr/>
          <p:nvPr/>
        </p:nvSpPr>
        <p:spPr>
          <a:xfrm>
            <a:off x="8450133" y="1822304"/>
            <a:ext cx="1780000" cy="17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C71"/>
                </a:solidFill>
              </a:rPr>
              <a:t>Prompt: </a:t>
            </a:r>
            <a:r>
              <a:rPr lang="en-US" sz="1200" dirty="0">
                <a:solidFill>
                  <a:srgbClr val="003C71"/>
                </a:solidFill>
              </a:rPr>
              <a:t>purple cube, black hand, black drill</a:t>
            </a:r>
            <a:endParaRPr lang="en-US" sz="12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AA9B7CD-D06A-88D6-4E72-B29A3A78A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7625739" y="4497712"/>
            <a:ext cx="1775654" cy="144122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8E244ADE-A473-A831-9FA4-9CA9A625F3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0267379" y="4529171"/>
            <a:ext cx="1466632" cy="1349524"/>
          </a:xfrm>
          <a:prstGeom prst="rect">
            <a:avLst/>
          </a:prstGeom>
        </p:spPr>
      </p:pic>
      <p:sp>
        <p:nvSpPr>
          <p:cNvPr id="62" name="Shape 22">
            <a:extLst>
              <a:ext uri="{FF2B5EF4-FFF2-40B4-BE49-F238E27FC236}">
                <a16:creationId xmlns:a16="http://schemas.microsoft.com/office/drawing/2014/main" id="{63EC8BFA-7F83-60D2-051C-EFB1A403E719}"/>
              </a:ext>
            </a:extLst>
          </p:cNvPr>
          <p:cNvSpPr/>
          <p:nvPr/>
        </p:nvSpPr>
        <p:spPr>
          <a:xfrm>
            <a:off x="492506" y="610033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E42E65B7-0B8E-3940-8AD2-E77C16ED1B9D}"/>
              </a:ext>
            </a:extLst>
          </p:cNvPr>
          <p:cNvSpPr/>
          <p:nvPr/>
        </p:nvSpPr>
        <p:spPr>
          <a:xfrm>
            <a:off x="702818" y="6192536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Soporte</a:t>
            </a:r>
            <a:r>
              <a:rPr lang="en-US" sz="1200" b="1" dirty="0">
                <a:solidFill>
                  <a:srgbClr val="003C71"/>
                </a:solidFill>
              </a:rPr>
              <a:t> con Windows </a:t>
            </a:r>
            <a:r>
              <a:rPr lang="en-US" sz="1200" b="1" dirty="0" err="1">
                <a:solidFill>
                  <a:srgbClr val="003C71"/>
                </a:solidFill>
              </a:rPr>
              <a:t>implementado</a:t>
            </a:r>
            <a:r>
              <a:rPr lang="en-US" sz="1200" b="1" dirty="0">
                <a:solidFill>
                  <a:srgbClr val="003C71"/>
                </a:solidFill>
              </a:rPr>
              <a:t>: </a:t>
            </a:r>
            <a:r>
              <a:rPr lang="en-US" sz="1200" dirty="0">
                <a:solidFill>
                  <a:srgbClr val="003C71"/>
                </a:solidFill>
              </a:rPr>
              <a:t>Las </a:t>
            </a:r>
            <a:r>
              <a:rPr lang="en-US" sz="1200" dirty="0" err="1">
                <a:solidFill>
                  <a:srgbClr val="003C71"/>
                </a:solidFill>
              </a:rPr>
              <a:t>máquinas</a:t>
            </a:r>
            <a:r>
              <a:rPr lang="en-US" sz="1200" dirty="0">
                <a:solidFill>
                  <a:srgbClr val="003C71"/>
                </a:solidFill>
              </a:rPr>
              <a:t> del lab </a:t>
            </a:r>
            <a:r>
              <a:rPr lang="en-US" sz="1200" dirty="0" err="1">
                <a:solidFill>
                  <a:srgbClr val="003C71"/>
                </a:solidFill>
              </a:rPr>
              <a:t>cuentan</a:t>
            </a:r>
            <a:r>
              <a:rPr lang="en-US" sz="1200" dirty="0">
                <a:solidFill>
                  <a:srgbClr val="003C71"/>
                </a:solidFill>
              </a:rPr>
              <a:t> con Isaac Sim local </a:t>
            </a:r>
            <a:r>
              <a:rPr lang="en-US" sz="1200" dirty="0" err="1">
                <a:solidFill>
                  <a:srgbClr val="003C71"/>
                </a:solidFill>
              </a:rPr>
              <a:t>en</a:t>
            </a:r>
            <a:r>
              <a:rPr lang="en-US" sz="1200" dirty="0">
                <a:solidFill>
                  <a:srgbClr val="003C71"/>
                </a:solidFill>
              </a:rPr>
              <a:t> Windows.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67085"/>
                </a:solidFill>
              </a:rPr>
              <a:t>07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>
                <a:solidFill>
                  <a:srgbClr val="0071C5"/>
                </a:solidFill>
              </a:rPr>
              <a:t>07 · EVIDENCIA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72033"/>
                </a:solidFill>
              </a:rPr>
              <a:t>Métricas</a:t>
            </a:r>
            <a:r>
              <a:rPr lang="en-US" sz="2700" b="1" dirty="0">
                <a:solidFill>
                  <a:srgbClr val="172033"/>
                </a:solidFill>
              </a:rPr>
              <a:t> de </a:t>
            </a:r>
            <a:r>
              <a:rPr lang="en-US" sz="2700" b="1" dirty="0" err="1">
                <a:solidFill>
                  <a:srgbClr val="172033"/>
                </a:solidFill>
              </a:rPr>
              <a:t>desempeño</a:t>
            </a:r>
            <a:r>
              <a:rPr lang="en-US" sz="2700" b="1" dirty="0">
                <a:solidFill>
                  <a:srgbClr val="172033"/>
                </a:solidFill>
              </a:rPr>
              <a:t>: </a:t>
            </a:r>
            <a:r>
              <a:rPr lang="en-US" sz="2700" b="1" dirty="0" err="1">
                <a:solidFill>
                  <a:srgbClr val="172033"/>
                </a:solidFill>
              </a:rPr>
              <a:t>Eliminación</a:t>
            </a:r>
            <a:r>
              <a:rPr lang="en-US" sz="2700" b="1" dirty="0">
                <a:solidFill>
                  <a:srgbClr val="172033"/>
                </a:solidFill>
              </a:rPr>
              <a:t> del Fondo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72033"/>
                </a:solidFill>
              </a:rPr>
              <a:t>IoU</a:t>
            </a:r>
            <a:r>
              <a:rPr lang="en-US" sz="1600" b="1" dirty="0">
                <a:solidFill>
                  <a:srgbClr val="172033"/>
                </a:solidFill>
              </a:rPr>
              <a:t> 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1554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72033"/>
                </a:solidFill>
              </a:rPr>
              <a:t>MAE 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Geom.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1691640" y="2039112"/>
            <a:ext cx="3048001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23560" y="20574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0.649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67A"/>
                </a:solidFill>
              </a:rPr>
              <a:t>Geom.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52360" y="2039112"/>
            <a:ext cx="2275840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899648" y="20574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0.144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26609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1691640" y="2633472"/>
            <a:ext cx="1909096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23560" y="265176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0.49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19088" y="26609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7452360" y="2633472"/>
            <a:ext cx="2699480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899648" y="265176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0.166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2552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U²-NetP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1691640" y="3227832"/>
            <a:ext cx="2448560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23560" y="32461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0.585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19088" y="32552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U²-NetP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7452360" y="3227832"/>
            <a:ext cx="2022561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899648" y="32461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0.136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" y="3849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FastSAM-s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1691640" y="3822192"/>
            <a:ext cx="2759710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23560" y="3840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0.617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19088" y="3849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FastSAM-s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7452360" y="3822192"/>
            <a:ext cx="1381750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899648" y="38404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0.124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" y="44439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FastSAM-x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1691640" y="4416552"/>
            <a:ext cx="3346990" cy="237744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23560" y="44348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0.714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19088" y="44439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FastSAM-x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7452361" y="4416552"/>
            <a:ext cx="1152430" cy="237744"/>
          </a:xfrm>
          <a:prstGeom prst="rect">
            <a:avLst/>
          </a:prstGeom>
          <a:solidFill>
            <a:srgbClr val="00B7A8"/>
          </a:solidFill>
          <a:ln w="12700">
            <a:solidFill>
              <a:srgbClr val="00B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899648" y="44348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0.096</a:t>
            </a:r>
            <a:endParaRPr lang="en-US" sz="1000" b="1" dirty="0"/>
          </a:p>
        </p:txBody>
      </p:sp>
      <p:sp>
        <p:nvSpPr>
          <p:cNvPr id="48" name="Shape 46"/>
          <p:cNvSpPr/>
          <p:nvPr/>
        </p:nvSpPr>
        <p:spPr>
          <a:xfrm>
            <a:off x="489204" y="540410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9516" y="5477256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Análisis</a:t>
            </a:r>
            <a:r>
              <a:rPr lang="en-US" sz="1200" b="1" dirty="0">
                <a:solidFill>
                  <a:srgbClr val="003C71"/>
                </a:solidFill>
              </a:rPr>
              <a:t>: </a:t>
            </a:r>
            <a:r>
              <a:rPr lang="en-US" sz="1200" dirty="0">
                <a:solidFill>
                  <a:srgbClr val="003C71"/>
                </a:solidFill>
              </a:rPr>
              <a:t>Solo con FastSAM-x se </a:t>
            </a:r>
            <a:r>
              <a:rPr lang="en-US" sz="1200" dirty="0" err="1">
                <a:solidFill>
                  <a:srgbClr val="003C71"/>
                </a:solidFill>
              </a:rPr>
              <a:t>pueden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separar</a:t>
            </a:r>
            <a:r>
              <a:rPr lang="en-US" sz="1200" dirty="0">
                <a:solidFill>
                  <a:srgbClr val="003C71"/>
                </a:solidFill>
              </a:rPr>
              <a:t> con precision </a:t>
            </a:r>
            <a:r>
              <a:rPr lang="en-US" sz="1200" dirty="0" err="1">
                <a:solidFill>
                  <a:srgbClr val="003C71"/>
                </a:solidFill>
              </a:rPr>
              <a:t>los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objetos</a:t>
            </a:r>
            <a:r>
              <a:rPr lang="en-US" sz="1200" dirty="0">
                <a:solidFill>
                  <a:srgbClr val="003C71"/>
                </a:solidFill>
              </a:rPr>
              <a:t> del </a:t>
            </a:r>
            <a:r>
              <a:rPr lang="en-US" sz="1200" dirty="0" err="1">
                <a:solidFill>
                  <a:srgbClr val="003C71"/>
                </a:solidFill>
              </a:rPr>
              <a:t>fondo</a:t>
            </a:r>
            <a:r>
              <a:rPr lang="en-US" sz="1200" dirty="0">
                <a:solidFill>
                  <a:srgbClr val="003C71"/>
                </a:solidFill>
              </a:rPr>
              <a:t>, </a:t>
            </a:r>
            <a:r>
              <a:rPr lang="en-US" sz="1200" dirty="0" err="1">
                <a:solidFill>
                  <a:srgbClr val="003C71"/>
                </a:solidFill>
              </a:rPr>
              <a:t>pero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esto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resulta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computacionalmente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costoso</a:t>
            </a:r>
            <a:r>
              <a:rPr lang="en-US" sz="1200" dirty="0">
                <a:solidFill>
                  <a:srgbClr val="003C71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229C4-D97E-CF4D-C8CB-4F5B74EE632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25B700-A63E-A17F-4E2C-A1011BF00E0D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FC9BC7-131D-0486-31F2-868754CEAE0C}"/>
              </a:ext>
            </a:extLst>
          </p:cNvPr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EAED92-236B-A109-1B00-A36768A329C6}"/>
              </a:ext>
            </a:extLst>
          </p:cNvPr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08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495130-1BDF-CAE4-2000-DB25D616CDF0}"/>
              </a:ext>
            </a:extLst>
          </p:cNvPr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71C5"/>
                </a:solidFill>
              </a:rPr>
              <a:t>07 · EVIDENCIA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0E0D8E-F798-5321-18D8-C9C6DC541659}"/>
              </a:ext>
            </a:extLst>
          </p:cNvPr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72033"/>
                </a:solidFill>
              </a:rPr>
              <a:t>Métricas</a:t>
            </a:r>
            <a:r>
              <a:rPr lang="en-US" sz="2700" b="1" dirty="0">
                <a:solidFill>
                  <a:srgbClr val="172033"/>
                </a:solidFill>
              </a:rPr>
              <a:t> de </a:t>
            </a:r>
            <a:r>
              <a:rPr lang="en-US" sz="2700" b="1" dirty="0" err="1">
                <a:solidFill>
                  <a:srgbClr val="172033"/>
                </a:solidFill>
              </a:rPr>
              <a:t>desempeño</a:t>
            </a:r>
            <a:r>
              <a:rPr lang="en-US" sz="2700" b="1" dirty="0">
                <a:solidFill>
                  <a:srgbClr val="172033"/>
                </a:solidFill>
              </a:rPr>
              <a:t>: </a:t>
            </a:r>
            <a:r>
              <a:rPr lang="en-US" sz="2700" b="1" dirty="0" err="1">
                <a:solidFill>
                  <a:srgbClr val="172033"/>
                </a:solidFill>
              </a:rPr>
              <a:t>Segmentación</a:t>
            </a:r>
            <a:r>
              <a:rPr lang="en-US" sz="2700" b="1" dirty="0">
                <a:solidFill>
                  <a:srgbClr val="172033"/>
                </a:solidFill>
              </a:rPr>
              <a:t> de </a:t>
            </a:r>
            <a:r>
              <a:rPr lang="en-US" sz="2700" b="1" dirty="0" err="1">
                <a:solidFill>
                  <a:srgbClr val="172033"/>
                </a:solidFill>
              </a:rPr>
              <a:t>Instancias</a:t>
            </a:r>
            <a:endParaRPr lang="en-US" sz="270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B4F87A8-E1C7-4C04-C57B-16F2340FE64A}"/>
              </a:ext>
            </a:extLst>
          </p:cNvPr>
          <p:cNvGrpSpPr/>
          <p:nvPr/>
        </p:nvGrpSpPr>
        <p:grpSpPr>
          <a:xfrm>
            <a:off x="502920" y="1562354"/>
            <a:ext cx="5201845" cy="3099816"/>
            <a:chOff x="292608" y="1554480"/>
            <a:chExt cx="5422392" cy="3099816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F97FF543-E1AC-37B5-DEE1-19B168E81805}"/>
                </a:ext>
              </a:extLst>
            </p:cNvPr>
            <p:cNvSpPr/>
            <p:nvPr/>
          </p:nvSpPr>
          <p:spPr>
            <a:xfrm>
              <a:off x="411480" y="1554480"/>
              <a:ext cx="5074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172033"/>
                  </a:solidFill>
                </a:rPr>
                <a:t>Overlap F ↑</a:t>
              </a:r>
              <a:endParaRPr lang="en-US" sz="16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AF74BA61-6ED4-908A-A10F-5080CF881CC9}"/>
                </a:ext>
              </a:extLst>
            </p:cNvPr>
            <p:cNvSpPr/>
            <p:nvPr/>
          </p:nvSpPr>
          <p:spPr>
            <a:xfrm>
              <a:off x="292608" y="206654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Geom.</a:t>
              </a:r>
              <a:endParaRPr lang="en-US" sz="105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96C54E8D-CAB6-2407-EC79-DC1EA47D6211}"/>
                </a:ext>
              </a:extLst>
            </p:cNvPr>
            <p:cNvSpPr/>
            <p:nvPr/>
          </p:nvSpPr>
          <p:spPr>
            <a:xfrm>
              <a:off x="1325880" y="2039112"/>
              <a:ext cx="2049970" cy="237744"/>
            </a:xfrm>
            <a:prstGeom prst="rect">
              <a:avLst/>
            </a:prstGeom>
            <a:solidFill>
              <a:srgbClr val="8CC8E8"/>
            </a:solidFill>
            <a:ln w="12700">
              <a:solidFill>
                <a:srgbClr val="8C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2B9B5345-1041-F660-1D33-BFE3A45AF1A1}"/>
                </a:ext>
              </a:extLst>
            </p:cNvPr>
            <p:cNvSpPr/>
            <p:nvPr/>
          </p:nvSpPr>
          <p:spPr>
            <a:xfrm>
              <a:off x="5257800" y="205740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0.422</a:t>
              </a:r>
              <a:endParaRPr lang="en-US" sz="10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DAE9F641-1C7A-97DF-3160-C1D7BE303648}"/>
                </a:ext>
              </a:extLst>
            </p:cNvPr>
            <p:cNvSpPr/>
            <p:nvPr/>
          </p:nvSpPr>
          <p:spPr>
            <a:xfrm>
              <a:off x="292608" y="266090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U²-Net</a:t>
              </a:r>
              <a:endParaRPr lang="en-US" sz="1050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144FBEE7-10B1-2792-EC15-0A111128299D}"/>
                </a:ext>
              </a:extLst>
            </p:cNvPr>
            <p:cNvSpPr/>
            <p:nvPr/>
          </p:nvSpPr>
          <p:spPr>
            <a:xfrm>
              <a:off x="1325880" y="2633472"/>
              <a:ext cx="1909096" cy="237744"/>
            </a:xfrm>
            <a:prstGeom prst="rect">
              <a:avLst/>
            </a:prstGeom>
            <a:solidFill>
              <a:srgbClr val="8CC8E8"/>
            </a:solidFill>
            <a:ln w="12700">
              <a:solidFill>
                <a:srgbClr val="8C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0EC1783F-0100-35C9-26B3-090D99F6D440}"/>
                </a:ext>
              </a:extLst>
            </p:cNvPr>
            <p:cNvSpPr/>
            <p:nvPr/>
          </p:nvSpPr>
          <p:spPr>
            <a:xfrm>
              <a:off x="5257800" y="265176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0.393</a:t>
              </a:r>
              <a:endParaRPr lang="en-US" sz="10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9D0C8122-8579-F103-2FC6-39EB5BBD3631}"/>
                </a:ext>
              </a:extLst>
            </p:cNvPr>
            <p:cNvSpPr/>
            <p:nvPr/>
          </p:nvSpPr>
          <p:spPr>
            <a:xfrm>
              <a:off x="292608" y="325526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U²-NetP</a:t>
              </a:r>
              <a:endParaRPr lang="en-US" sz="105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CC13E86A-1F0C-AA49-D7A0-C8B781AD80FB}"/>
                </a:ext>
              </a:extLst>
            </p:cNvPr>
            <p:cNvSpPr/>
            <p:nvPr/>
          </p:nvSpPr>
          <p:spPr>
            <a:xfrm>
              <a:off x="1325880" y="3227832"/>
              <a:ext cx="2083975" cy="237744"/>
            </a:xfrm>
            <a:prstGeom prst="rect">
              <a:avLst/>
            </a:prstGeom>
            <a:solidFill>
              <a:srgbClr val="8CC8E8"/>
            </a:solidFill>
            <a:ln w="12700">
              <a:solidFill>
                <a:srgbClr val="8C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AD221C56-4D87-8E44-4D42-0FD0A192E0CE}"/>
                </a:ext>
              </a:extLst>
            </p:cNvPr>
            <p:cNvSpPr/>
            <p:nvPr/>
          </p:nvSpPr>
          <p:spPr>
            <a:xfrm>
              <a:off x="5257800" y="324612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0.429</a:t>
              </a:r>
              <a:endParaRPr lang="en-US" sz="10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A77771C5-258C-221D-84B5-A9A913B10B6D}"/>
                </a:ext>
              </a:extLst>
            </p:cNvPr>
            <p:cNvSpPr/>
            <p:nvPr/>
          </p:nvSpPr>
          <p:spPr>
            <a:xfrm>
              <a:off x="292608" y="384962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FastSAM-s</a:t>
              </a:r>
              <a:endParaRPr lang="en-US" sz="105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F2561521-59A4-1A4D-1DDA-3D9C54659037}"/>
                </a:ext>
              </a:extLst>
            </p:cNvPr>
            <p:cNvSpPr/>
            <p:nvPr/>
          </p:nvSpPr>
          <p:spPr>
            <a:xfrm>
              <a:off x="1325880" y="3822192"/>
              <a:ext cx="3220688" cy="237744"/>
            </a:xfrm>
            <a:prstGeom prst="rect">
              <a:avLst/>
            </a:prstGeom>
            <a:solidFill>
              <a:srgbClr val="8CC8E8"/>
            </a:solidFill>
            <a:ln w="12700">
              <a:solidFill>
                <a:srgbClr val="8C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AA923254-B0B9-78A2-C1AC-994A0889E51E}"/>
                </a:ext>
              </a:extLst>
            </p:cNvPr>
            <p:cNvSpPr/>
            <p:nvPr/>
          </p:nvSpPr>
          <p:spPr>
            <a:xfrm>
              <a:off x="5257800" y="384048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72033"/>
                  </a:solidFill>
                </a:rPr>
                <a:t>0.663</a:t>
              </a:r>
              <a:endParaRPr lang="en-US" sz="100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79AFBCE3-3509-119E-CFBA-8B17B344C10A}"/>
                </a:ext>
              </a:extLst>
            </p:cNvPr>
            <p:cNvSpPr/>
            <p:nvPr/>
          </p:nvSpPr>
          <p:spPr>
            <a:xfrm>
              <a:off x="292608" y="444398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FastSAM-x</a:t>
              </a:r>
              <a:endParaRPr lang="en-US" sz="105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32F0B32C-BA18-EC59-3C35-ECA9568D4BED}"/>
                </a:ext>
              </a:extLst>
            </p:cNvPr>
            <p:cNvSpPr/>
            <p:nvPr/>
          </p:nvSpPr>
          <p:spPr>
            <a:xfrm>
              <a:off x="1325880" y="4416552"/>
              <a:ext cx="3346990" cy="237744"/>
            </a:xfrm>
            <a:prstGeom prst="rect">
              <a:avLst/>
            </a:prstGeom>
            <a:solidFill>
              <a:srgbClr val="0071C5"/>
            </a:solidFill>
            <a:ln w="12700">
              <a:solidFill>
                <a:srgbClr val="0071C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3C814050-E6D7-4F50-A9D0-FEC37493B83B}"/>
                </a:ext>
              </a:extLst>
            </p:cNvPr>
            <p:cNvSpPr/>
            <p:nvPr/>
          </p:nvSpPr>
          <p:spPr>
            <a:xfrm>
              <a:off x="5257800" y="443484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172033"/>
                  </a:solidFill>
                </a:rPr>
                <a:t>0.689</a:t>
              </a:r>
              <a:endParaRPr lang="en-US" sz="10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35F1669-D50E-3175-FF07-7FF8A4C4E037}"/>
              </a:ext>
            </a:extLst>
          </p:cNvPr>
          <p:cNvGrpSpPr/>
          <p:nvPr/>
        </p:nvGrpSpPr>
        <p:grpSpPr>
          <a:xfrm>
            <a:off x="5904230" y="1542796"/>
            <a:ext cx="5548630" cy="3099816"/>
            <a:chOff x="6419088" y="1554480"/>
            <a:chExt cx="4937760" cy="3099816"/>
          </a:xfrm>
        </p:grpSpPr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F9EB736F-DDAD-1675-7D19-AD0FA4BB9F08}"/>
                </a:ext>
              </a:extLst>
            </p:cNvPr>
            <p:cNvSpPr/>
            <p:nvPr/>
          </p:nvSpPr>
          <p:spPr>
            <a:xfrm>
              <a:off x="6537960" y="1554480"/>
              <a:ext cx="4800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172033"/>
                  </a:solidFill>
                </a:rPr>
                <a:t>%F &gt;= 0.75 ↑</a:t>
              </a:r>
              <a:endParaRPr lang="en-US" sz="16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84F3D63B-3FA9-78D2-CCD7-5BCD6ADC7705}"/>
                </a:ext>
              </a:extLst>
            </p:cNvPr>
            <p:cNvSpPr/>
            <p:nvPr/>
          </p:nvSpPr>
          <p:spPr>
            <a:xfrm>
              <a:off x="6419088" y="206654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rgbClr val="5B667A"/>
                  </a:solidFill>
                </a:rPr>
                <a:t>Geom.</a:t>
              </a:r>
              <a:endParaRPr lang="en-US" sz="1050" dirty="0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2D133008-D323-016F-002E-5B8A9099D5E1}"/>
                </a:ext>
              </a:extLst>
            </p:cNvPr>
            <p:cNvSpPr/>
            <p:nvPr/>
          </p:nvSpPr>
          <p:spPr>
            <a:xfrm>
              <a:off x="7452360" y="2039112"/>
              <a:ext cx="1236922" cy="237744"/>
            </a:xfrm>
            <a:prstGeom prst="rect">
              <a:avLst/>
            </a:prstGeom>
            <a:solidFill>
              <a:srgbClr val="8FDCD4"/>
            </a:solidFill>
            <a:ln w="12700">
              <a:solidFill>
                <a:srgbClr val="8FDC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5C60C543-4DE7-43A3-052C-356B904820CF}"/>
                </a:ext>
              </a:extLst>
            </p:cNvPr>
            <p:cNvSpPr/>
            <p:nvPr/>
          </p:nvSpPr>
          <p:spPr>
            <a:xfrm>
              <a:off x="10899648" y="205740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0.247</a:t>
              </a:r>
              <a:endParaRPr lang="en-US" sz="10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5E124409-B2C3-5446-25AE-41975808E28B}"/>
                </a:ext>
              </a:extLst>
            </p:cNvPr>
            <p:cNvSpPr/>
            <p:nvPr/>
          </p:nvSpPr>
          <p:spPr>
            <a:xfrm>
              <a:off x="6419088" y="266090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U²-Net</a:t>
              </a:r>
              <a:endParaRPr lang="en-US" sz="1050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4525EDC9-1F87-39CC-67E8-A5DB463E7CB8}"/>
                </a:ext>
              </a:extLst>
            </p:cNvPr>
            <p:cNvSpPr/>
            <p:nvPr/>
          </p:nvSpPr>
          <p:spPr>
            <a:xfrm>
              <a:off x="7452362" y="2633472"/>
              <a:ext cx="457201" cy="237744"/>
            </a:xfrm>
            <a:prstGeom prst="rect">
              <a:avLst/>
            </a:prstGeom>
            <a:solidFill>
              <a:srgbClr val="8FDCD4"/>
            </a:solidFill>
            <a:ln w="12700">
              <a:solidFill>
                <a:srgbClr val="8FDC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B1B98117-4CA0-0743-1DB8-7D4858E7DCDD}"/>
                </a:ext>
              </a:extLst>
            </p:cNvPr>
            <p:cNvSpPr/>
            <p:nvPr/>
          </p:nvSpPr>
          <p:spPr>
            <a:xfrm>
              <a:off x="10899648" y="265176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0.175</a:t>
              </a:r>
              <a:endParaRPr lang="en-US" sz="10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E4B7280E-6FC8-E5B6-E67E-8489DAAB156F}"/>
                </a:ext>
              </a:extLst>
            </p:cNvPr>
            <p:cNvSpPr/>
            <p:nvPr/>
          </p:nvSpPr>
          <p:spPr>
            <a:xfrm>
              <a:off x="6419088" y="325526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U²-NetP</a:t>
              </a:r>
              <a:endParaRPr lang="en-US" sz="105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ADBD3204-310F-025F-5974-22F4C3599E39}"/>
                </a:ext>
              </a:extLst>
            </p:cNvPr>
            <p:cNvSpPr/>
            <p:nvPr/>
          </p:nvSpPr>
          <p:spPr>
            <a:xfrm>
              <a:off x="7452360" y="3227832"/>
              <a:ext cx="584733" cy="237744"/>
            </a:xfrm>
            <a:prstGeom prst="rect">
              <a:avLst/>
            </a:prstGeom>
            <a:solidFill>
              <a:srgbClr val="8FDCD4"/>
            </a:solidFill>
            <a:ln w="12700">
              <a:solidFill>
                <a:srgbClr val="8FDC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B2A51135-ED7F-C8B1-708E-F7C2ABD94290}"/>
                </a:ext>
              </a:extLst>
            </p:cNvPr>
            <p:cNvSpPr/>
            <p:nvPr/>
          </p:nvSpPr>
          <p:spPr>
            <a:xfrm>
              <a:off x="10899648" y="324612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0.18</a:t>
              </a:r>
              <a:endParaRPr lang="en-US" sz="10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3271FE4B-9309-74E8-A461-494391E64035}"/>
                </a:ext>
              </a:extLst>
            </p:cNvPr>
            <p:cNvSpPr/>
            <p:nvPr/>
          </p:nvSpPr>
          <p:spPr>
            <a:xfrm>
              <a:off x="6419088" y="384962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FastSAM-s</a:t>
              </a:r>
              <a:endParaRPr lang="en-US" sz="105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EAF6F0E7-B09C-E075-2610-96ADF754415D}"/>
                </a:ext>
              </a:extLst>
            </p:cNvPr>
            <p:cNvSpPr/>
            <p:nvPr/>
          </p:nvSpPr>
          <p:spPr>
            <a:xfrm>
              <a:off x="7452360" y="3822192"/>
              <a:ext cx="2643856" cy="237744"/>
            </a:xfrm>
            <a:prstGeom prst="rect">
              <a:avLst/>
            </a:prstGeom>
            <a:solidFill>
              <a:srgbClr val="8FDCD4"/>
            </a:solidFill>
            <a:ln w="12700">
              <a:solidFill>
                <a:srgbClr val="8FDC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9F3AC6A3-97D0-A27A-854D-680B28150B87}"/>
                </a:ext>
              </a:extLst>
            </p:cNvPr>
            <p:cNvSpPr/>
            <p:nvPr/>
          </p:nvSpPr>
          <p:spPr>
            <a:xfrm>
              <a:off x="10899648" y="384048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0.57</a:t>
              </a:r>
              <a:endParaRPr lang="en-US" sz="10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663C18A8-A172-5B8D-9A6F-1E09A89C4560}"/>
                </a:ext>
              </a:extLst>
            </p:cNvPr>
            <p:cNvSpPr/>
            <p:nvPr/>
          </p:nvSpPr>
          <p:spPr>
            <a:xfrm>
              <a:off x="6419088" y="444398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FastSAM-x</a:t>
              </a:r>
              <a:endParaRPr lang="en-US" sz="1050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6F750476-1E3B-A9F4-6B0C-5244F9F03246}"/>
                </a:ext>
              </a:extLst>
            </p:cNvPr>
            <p:cNvSpPr/>
            <p:nvPr/>
          </p:nvSpPr>
          <p:spPr>
            <a:xfrm>
              <a:off x="7452360" y="4416552"/>
              <a:ext cx="2963753" cy="237744"/>
            </a:xfrm>
            <a:prstGeom prst="rect">
              <a:avLst/>
            </a:prstGeom>
            <a:solidFill>
              <a:srgbClr val="00B7A8"/>
            </a:solidFill>
            <a:ln w="12700">
              <a:solidFill>
                <a:srgbClr val="00B7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ADEDA5B6-BDFD-066B-0A4A-62F994207BD5}"/>
                </a:ext>
              </a:extLst>
            </p:cNvPr>
            <p:cNvSpPr/>
            <p:nvPr/>
          </p:nvSpPr>
          <p:spPr>
            <a:xfrm>
              <a:off x="10899648" y="443484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72033"/>
                  </a:solidFill>
                </a:rPr>
                <a:t>0.689</a:t>
              </a:r>
              <a:endParaRPr lang="en-US" sz="1000" b="1" dirty="0"/>
            </a:p>
          </p:txBody>
        </p:sp>
      </p:grpSp>
      <p:sp>
        <p:nvSpPr>
          <p:cNvPr id="48" name="Shape 46">
            <a:extLst>
              <a:ext uri="{FF2B5EF4-FFF2-40B4-BE49-F238E27FC236}">
                <a16:creationId xmlns:a16="http://schemas.microsoft.com/office/drawing/2014/main" id="{C3043B1A-4E54-82A0-0C23-AA9DB5F7AB75}"/>
              </a:ext>
            </a:extLst>
          </p:cNvPr>
          <p:cNvSpPr/>
          <p:nvPr/>
        </p:nvSpPr>
        <p:spPr>
          <a:xfrm>
            <a:off x="502920" y="5943600"/>
            <a:ext cx="11183112" cy="493776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15870EA-3D1E-9C87-5409-5890042BD09B}"/>
              </a:ext>
            </a:extLst>
          </p:cNvPr>
          <p:cNvSpPr/>
          <p:nvPr/>
        </p:nvSpPr>
        <p:spPr>
          <a:xfrm>
            <a:off x="708660" y="6030468"/>
            <a:ext cx="10744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Análisis</a:t>
            </a:r>
            <a:r>
              <a:rPr lang="en-US" sz="1200" b="1" dirty="0">
                <a:solidFill>
                  <a:srgbClr val="003C71"/>
                </a:solidFill>
              </a:rPr>
              <a:t>: </a:t>
            </a:r>
            <a:r>
              <a:rPr lang="en-US" sz="1200" dirty="0">
                <a:solidFill>
                  <a:srgbClr val="003C71"/>
                </a:solidFill>
              </a:rPr>
              <a:t>FastSAM-x </a:t>
            </a:r>
            <a:r>
              <a:rPr lang="en-US" sz="1200" dirty="0" err="1">
                <a:solidFill>
                  <a:srgbClr val="003C71"/>
                </a:solidFill>
              </a:rPr>
              <a:t>hace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que</a:t>
            </a:r>
            <a:r>
              <a:rPr lang="en-US" sz="1200" dirty="0">
                <a:solidFill>
                  <a:srgbClr val="003C71"/>
                </a:solidFill>
              </a:rPr>
              <a:t> la </a:t>
            </a:r>
            <a:r>
              <a:rPr lang="en-US" sz="1200" dirty="0" err="1">
                <a:solidFill>
                  <a:srgbClr val="003C71"/>
                </a:solidFill>
              </a:rPr>
              <a:t>mayoría</a:t>
            </a:r>
            <a:r>
              <a:rPr lang="en-US" sz="1200" dirty="0">
                <a:solidFill>
                  <a:srgbClr val="003C71"/>
                </a:solidFill>
              </a:rPr>
              <a:t> de </a:t>
            </a:r>
            <a:r>
              <a:rPr lang="en-US" sz="1200" dirty="0" err="1">
                <a:solidFill>
                  <a:srgbClr val="003C71"/>
                </a:solidFill>
              </a:rPr>
              <a:t>los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objetos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segmentados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sean</a:t>
            </a:r>
            <a:r>
              <a:rPr lang="en-US" sz="1200" dirty="0">
                <a:solidFill>
                  <a:srgbClr val="003C71"/>
                </a:solidFill>
              </a:rPr>
              <a:t> “</a:t>
            </a:r>
            <a:r>
              <a:rPr lang="en-US" sz="1200" dirty="0" err="1">
                <a:solidFill>
                  <a:srgbClr val="003C71"/>
                </a:solidFill>
              </a:rPr>
              <a:t>usables”para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tareas</a:t>
            </a:r>
            <a:r>
              <a:rPr lang="en-US" sz="1200" dirty="0">
                <a:solidFill>
                  <a:srgbClr val="003C71"/>
                </a:solidFill>
              </a:rPr>
              <a:t> de </a:t>
            </a:r>
            <a:r>
              <a:rPr lang="en-US" sz="1200" dirty="0" err="1">
                <a:solidFill>
                  <a:srgbClr val="003C71"/>
                </a:solidFill>
              </a:rPr>
              <a:t>manipulación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robótica</a:t>
            </a:r>
            <a:r>
              <a:rPr lang="en-US" sz="1200" dirty="0">
                <a:solidFill>
                  <a:srgbClr val="003C71"/>
                </a:solidFill>
              </a:rPr>
              <a:t> (%F) , </a:t>
            </a:r>
            <a:r>
              <a:rPr lang="en-US" sz="1200" dirty="0" err="1">
                <a:solidFill>
                  <a:srgbClr val="003C71"/>
                </a:solidFill>
              </a:rPr>
              <a:t>además</a:t>
            </a:r>
            <a:r>
              <a:rPr lang="en-US" sz="1200" dirty="0">
                <a:solidFill>
                  <a:srgbClr val="003C71"/>
                </a:solidFill>
              </a:rPr>
              <a:t> de ser el </a:t>
            </a:r>
            <a:r>
              <a:rPr lang="en-US" sz="1200" dirty="0" err="1">
                <a:solidFill>
                  <a:srgbClr val="003C71"/>
                </a:solidFill>
              </a:rPr>
              <a:t>que</a:t>
            </a:r>
            <a:r>
              <a:rPr lang="en-US" sz="1200" dirty="0">
                <a:solidFill>
                  <a:srgbClr val="003C71"/>
                </a:solidFill>
              </a:rPr>
              <a:t> major </a:t>
            </a:r>
            <a:r>
              <a:rPr lang="en-US" sz="1200" dirty="0" err="1">
                <a:solidFill>
                  <a:srgbClr val="003C71"/>
                </a:solidFill>
              </a:rPr>
              <a:t>separa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objetos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que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parezca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fusionados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en</a:t>
            </a:r>
            <a:r>
              <a:rPr lang="en-US" sz="1200" dirty="0">
                <a:solidFill>
                  <a:srgbClr val="003C71"/>
                </a:solidFill>
              </a:rPr>
              <a:t> la </a:t>
            </a:r>
            <a:r>
              <a:rPr lang="en-US" sz="1200" dirty="0" err="1">
                <a:solidFill>
                  <a:srgbClr val="003C71"/>
                </a:solidFill>
              </a:rPr>
              <a:t>escnea</a:t>
            </a:r>
            <a:r>
              <a:rPr lang="en-US" sz="1200" dirty="0">
                <a:solidFill>
                  <a:srgbClr val="003C71"/>
                </a:solidFill>
              </a:rPr>
              <a:t> (Overlap-F).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58273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224D5-F2E2-71F2-1421-CDBB35584C56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534571-7765-4B56-0A66-81431D7CA1B6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6EAD55-4C4C-825C-BB33-89C8B4E60ED9}"/>
              </a:ext>
            </a:extLst>
          </p:cNvPr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09B690-CA08-F3C8-6181-AA298AC978CF}"/>
              </a:ext>
            </a:extLst>
          </p:cNvPr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09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B6CBAF-59FD-AF21-F4A9-90C1242A1668}"/>
              </a:ext>
            </a:extLst>
          </p:cNvPr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>
                <a:solidFill>
                  <a:srgbClr val="0071C5"/>
                </a:solidFill>
              </a:rPr>
              <a:t>07 · EVIDENCIA</a:t>
            </a:r>
            <a:endParaRPr lang="en-US"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C36C57-C8F9-4588-F50A-EA9581CE8E61}"/>
              </a:ext>
            </a:extLst>
          </p:cNvPr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72033"/>
                </a:solidFill>
              </a:rPr>
              <a:t>Métricas</a:t>
            </a:r>
            <a:r>
              <a:rPr lang="en-US" sz="2700" b="1" dirty="0">
                <a:solidFill>
                  <a:srgbClr val="172033"/>
                </a:solidFill>
              </a:rPr>
              <a:t> de </a:t>
            </a:r>
            <a:r>
              <a:rPr lang="en-US" sz="2700" b="1" dirty="0" err="1">
                <a:solidFill>
                  <a:srgbClr val="172033"/>
                </a:solidFill>
              </a:rPr>
              <a:t>desempeño</a:t>
            </a:r>
            <a:r>
              <a:rPr lang="en-US" sz="2700" b="1" dirty="0">
                <a:solidFill>
                  <a:srgbClr val="172033"/>
                </a:solidFill>
              </a:rPr>
              <a:t>: Calidad de Nube de Puntos</a:t>
            </a:r>
            <a:endParaRPr lang="en-US" sz="2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4E660F-3605-EA0A-65F1-1C99DD2A5524}"/>
              </a:ext>
            </a:extLst>
          </p:cNvPr>
          <p:cNvSpPr/>
          <p:nvPr/>
        </p:nvSpPr>
        <p:spPr>
          <a:xfrm>
            <a:off x="732790" y="18013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72033"/>
                </a:solidFill>
              </a:rPr>
              <a:t>Outlier ratio ↓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22C039-37F6-3169-91A9-C0BD57173D81}"/>
              </a:ext>
            </a:extLst>
          </p:cNvPr>
          <p:cNvSpPr/>
          <p:nvPr/>
        </p:nvSpPr>
        <p:spPr>
          <a:xfrm>
            <a:off x="6493510" y="1801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72033"/>
                </a:solidFill>
              </a:rPr>
              <a:t>Completeness ↑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7569B1B-990A-9262-4C7C-283F95A90D3E}"/>
              </a:ext>
            </a:extLst>
          </p:cNvPr>
          <p:cNvSpPr/>
          <p:nvPr/>
        </p:nvSpPr>
        <p:spPr>
          <a:xfrm>
            <a:off x="613918" y="23134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Geom.</a:t>
            </a:r>
            <a:endParaRPr lang="en-US"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D71B1DF-8D8A-C0DF-F9F8-0E19DDB00176}"/>
              </a:ext>
            </a:extLst>
          </p:cNvPr>
          <p:cNvSpPr/>
          <p:nvPr/>
        </p:nvSpPr>
        <p:spPr>
          <a:xfrm>
            <a:off x="1647189" y="2286000"/>
            <a:ext cx="3428577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2BA5C4A-19BB-5F4C-5FDE-B5C638154787}"/>
              </a:ext>
            </a:extLst>
          </p:cNvPr>
          <p:cNvSpPr/>
          <p:nvPr/>
        </p:nvSpPr>
        <p:spPr>
          <a:xfrm>
            <a:off x="5579110" y="23042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0.29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16153F8-4B72-52B7-10CF-AB0ADE272232}"/>
              </a:ext>
            </a:extLst>
          </p:cNvPr>
          <p:cNvSpPr/>
          <p:nvPr/>
        </p:nvSpPr>
        <p:spPr>
          <a:xfrm>
            <a:off x="6374638" y="23134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67A"/>
                </a:solidFill>
              </a:rPr>
              <a:t>Geom.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872DA65-6637-1A25-9942-B89707D88616}"/>
              </a:ext>
            </a:extLst>
          </p:cNvPr>
          <p:cNvSpPr/>
          <p:nvPr/>
        </p:nvSpPr>
        <p:spPr>
          <a:xfrm>
            <a:off x="7407909" y="2286000"/>
            <a:ext cx="3136901" cy="237744"/>
          </a:xfrm>
          <a:prstGeom prst="rect">
            <a:avLst/>
          </a:prstGeom>
          <a:solidFill>
            <a:srgbClr val="00B7A8"/>
          </a:solidFill>
          <a:ln w="12700">
            <a:solidFill>
              <a:srgbClr val="00B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7375C85-FC60-4A68-124B-749155804F36}"/>
              </a:ext>
            </a:extLst>
          </p:cNvPr>
          <p:cNvSpPr/>
          <p:nvPr/>
        </p:nvSpPr>
        <p:spPr>
          <a:xfrm>
            <a:off x="10855198" y="23042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0.908</a:t>
            </a:r>
            <a:endParaRPr lang="en-US" sz="1000" b="1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0030331-ACC7-1F92-D335-B5A4D1FA95C5}"/>
              </a:ext>
            </a:extLst>
          </p:cNvPr>
          <p:cNvSpPr/>
          <p:nvPr/>
        </p:nvSpPr>
        <p:spPr>
          <a:xfrm>
            <a:off x="613918" y="29077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</a:t>
            </a:r>
            <a:endParaRPr lang="en-US" sz="10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04454AB-BC56-8196-EF4F-5CF87C2293F9}"/>
              </a:ext>
            </a:extLst>
          </p:cNvPr>
          <p:cNvSpPr/>
          <p:nvPr/>
        </p:nvSpPr>
        <p:spPr>
          <a:xfrm>
            <a:off x="1647189" y="2880360"/>
            <a:ext cx="2967143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6C8D48C-6FFF-D73E-569F-3E9C22A4CB43}"/>
              </a:ext>
            </a:extLst>
          </p:cNvPr>
          <p:cNvSpPr/>
          <p:nvPr/>
        </p:nvSpPr>
        <p:spPr>
          <a:xfrm>
            <a:off x="5579110" y="28986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0.22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4CEFACC-CEE0-61BF-532B-4B3D2FC859CF}"/>
              </a:ext>
            </a:extLst>
          </p:cNvPr>
          <p:cNvSpPr/>
          <p:nvPr/>
        </p:nvSpPr>
        <p:spPr>
          <a:xfrm>
            <a:off x="6374638" y="29077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</a:t>
            </a:r>
            <a:endParaRPr lang="en-US" sz="10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914F1DE-83A4-17CE-EA2D-FAEE2DD4204E}"/>
              </a:ext>
            </a:extLst>
          </p:cNvPr>
          <p:cNvSpPr/>
          <p:nvPr/>
        </p:nvSpPr>
        <p:spPr>
          <a:xfrm>
            <a:off x="7407909" y="2880360"/>
            <a:ext cx="2564765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B0D209B-FFCE-2758-3502-8017CD677C14}"/>
              </a:ext>
            </a:extLst>
          </p:cNvPr>
          <p:cNvSpPr/>
          <p:nvPr/>
        </p:nvSpPr>
        <p:spPr>
          <a:xfrm>
            <a:off x="10855198" y="28986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0.838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3FE4C3E-57A2-4002-C6F0-8F6B2F2C1787}"/>
              </a:ext>
            </a:extLst>
          </p:cNvPr>
          <p:cNvSpPr/>
          <p:nvPr/>
        </p:nvSpPr>
        <p:spPr>
          <a:xfrm>
            <a:off x="613918" y="3502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U²-NetP</a:t>
            </a:r>
            <a:endParaRPr lang="en-US" sz="10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D3985B1-11B7-72B3-94B4-3C39D2777D32}"/>
              </a:ext>
            </a:extLst>
          </p:cNvPr>
          <p:cNvSpPr/>
          <p:nvPr/>
        </p:nvSpPr>
        <p:spPr>
          <a:xfrm>
            <a:off x="1647190" y="3474720"/>
            <a:ext cx="3072977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06E253C-22F7-A284-261F-8E151EFD54FD}"/>
              </a:ext>
            </a:extLst>
          </p:cNvPr>
          <p:cNvSpPr/>
          <p:nvPr/>
        </p:nvSpPr>
        <p:spPr>
          <a:xfrm>
            <a:off x="5579110" y="34930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0.24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29A55E8-0739-70DF-67BE-D8468ADCC72C}"/>
              </a:ext>
            </a:extLst>
          </p:cNvPr>
          <p:cNvSpPr/>
          <p:nvPr/>
        </p:nvSpPr>
        <p:spPr>
          <a:xfrm>
            <a:off x="6374638" y="3502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U²-NetP</a:t>
            </a:r>
            <a:endParaRPr lang="en-US" sz="10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885EF6E-3A52-A651-289E-3ED876CA9683}"/>
              </a:ext>
            </a:extLst>
          </p:cNvPr>
          <p:cNvSpPr/>
          <p:nvPr/>
        </p:nvSpPr>
        <p:spPr>
          <a:xfrm>
            <a:off x="7407910" y="3474720"/>
            <a:ext cx="2564764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B883491-3D4C-A44E-2020-569F7BF11E02}"/>
              </a:ext>
            </a:extLst>
          </p:cNvPr>
          <p:cNvSpPr/>
          <p:nvPr/>
        </p:nvSpPr>
        <p:spPr>
          <a:xfrm>
            <a:off x="10855198" y="34930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0.838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B1F632B-DBC7-970E-7567-4487E0444208}"/>
              </a:ext>
            </a:extLst>
          </p:cNvPr>
          <p:cNvSpPr/>
          <p:nvPr/>
        </p:nvSpPr>
        <p:spPr>
          <a:xfrm>
            <a:off x="613918" y="40965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FastSAM-s</a:t>
            </a:r>
            <a:endParaRPr lang="en-US" sz="105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F49391E-AAD0-1998-25FD-91C1F427A492}"/>
              </a:ext>
            </a:extLst>
          </p:cNvPr>
          <p:cNvSpPr/>
          <p:nvPr/>
        </p:nvSpPr>
        <p:spPr>
          <a:xfrm>
            <a:off x="1647191" y="4069080"/>
            <a:ext cx="410210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E004A06-93CD-1369-604F-8AE06CF520AF}"/>
              </a:ext>
            </a:extLst>
          </p:cNvPr>
          <p:cNvSpPr/>
          <p:nvPr/>
        </p:nvSpPr>
        <p:spPr>
          <a:xfrm>
            <a:off x="5579110" y="40873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0.035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8821DA2-DFA6-DAFA-C2E8-398226C12E90}"/>
              </a:ext>
            </a:extLst>
          </p:cNvPr>
          <p:cNvSpPr/>
          <p:nvPr/>
        </p:nvSpPr>
        <p:spPr>
          <a:xfrm>
            <a:off x="6374638" y="40965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FastSAM-s</a:t>
            </a:r>
            <a:endParaRPr lang="en-US" sz="105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A932446-9EC9-2770-5774-B537A79C33BC}"/>
              </a:ext>
            </a:extLst>
          </p:cNvPr>
          <p:cNvSpPr/>
          <p:nvPr/>
        </p:nvSpPr>
        <p:spPr>
          <a:xfrm>
            <a:off x="7407909" y="4069080"/>
            <a:ext cx="2393315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9C1AE19-AE49-F7E3-46D5-E9D182FAC467}"/>
              </a:ext>
            </a:extLst>
          </p:cNvPr>
          <p:cNvSpPr/>
          <p:nvPr/>
        </p:nvSpPr>
        <p:spPr>
          <a:xfrm>
            <a:off x="10855198" y="40873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0.81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2449CCF-1F38-0F4B-D39E-546D21603139}"/>
              </a:ext>
            </a:extLst>
          </p:cNvPr>
          <p:cNvSpPr/>
          <p:nvPr/>
        </p:nvSpPr>
        <p:spPr>
          <a:xfrm>
            <a:off x="613918" y="4690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FastSAM-x</a:t>
            </a:r>
            <a:endParaRPr lang="en-US" sz="105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A0EA9D8-E481-019D-3441-87410DDAA752}"/>
              </a:ext>
            </a:extLst>
          </p:cNvPr>
          <p:cNvSpPr/>
          <p:nvPr/>
        </p:nvSpPr>
        <p:spPr>
          <a:xfrm>
            <a:off x="1647189" y="4663440"/>
            <a:ext cx="289561" cy="237744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195F12B-9D45-532F-8D37-2BD940CCD913}"/>
              </a:ext>
            </a:extLst>
          </p:cNvPr>
          <p:cNvSpPr/>
          <p:nvPr/>
        </p:nvSpPr>
        <p:spPr>
          <a:xfrm>
            <a:off x="5579110" y="46817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0.022</a:t>
            </a: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1424FA2-DA4F-95A0-7628-F75C03080B2B}"/>
              </a:ext>
            </a:extLst>
          </p:cNvPr>
          <p:cNvSpPr/>
          <p:nvPr/>
        </p:nvSpPr>
        <p:spPr>
          <a:xfrm>
            <a:off x="6374638" y="4690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FastSAM-x</a:t>
            </a:r>
            <a:endParaRPr lang="en-US" sz="105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5C25D8A-614A-9EB8-95C7-D2FFB1679E07}"/>
              </a:ext>
            </a:extLst>
          </p:cNvPr>
          <p:cNvSpPr/>
          <p:nvPr/>
        </p:nvSpPr>
        <p:spPr>
          <a:xfrm>
            <a:off x="7407910" y="4663440"/>
            <a:ext cx="2707639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A086F0B-9EFD-BB74-EB17-E2DB52E46B98}"/>
              </a:ext>
            </a:extLst>
          </p:cNvPr>
          <p:cNvSpPr/>
          <p:nvPr/>
        </p:nvSpPr>
        <p:spPr>
          <a:xfrm>
            <a:off x="10855198" y="46817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0.842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9AE38745-CE8C-DFB3-6120-0B6F9D194979}"/>
              </a:ext>
            </a:extLst>
          </p:cNvPr>
          <p:cNvSpPr/>
          <p:nvPr/>
        </p:nvSpPr>
        <p:spPr>
          <a:xfrm>
            <a:off x="475488" y="5907024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7DCC063C-702D-D7A4-F949-8872E5B2E926}"/>
              </a:ext>
            </a:extLst>
          </p:cNvPr>
          <p:cNvSpPr/>
          <p:nvPr/>
        </p:nvSpPr>
        <p:spPr>
          <a:xfrm>
            <a:off x="685800" y="5980176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Análisis</a:t>
            </a:r>
            <a:r>
              <a:rPr lang="en-US" sz="1200" b="1" dirty="0">
                <a:solidFill>
                  <a:srgbClr val="003C71"/>
                </a:solidFill>
              </a:rPr>
              <a:t>: </a:t>
            </a:r>
            <a:r>
              <a:rPr lang="en-US" sz="1200" dirty="0">
                <a:solidFill>
                  <a:srgbClr val="003C71"/>
                </a:solidFill>
              </a:rPr>
              <a:t>FastSAM-x genera las </a:t>
            </a:r>
            <a:r>
              <a:rPr lang="en-US" sz="1200" dirty="0" err="1">
                <a:solidFill>
                  <a:srgbClr val="003C71"/>
                </a:solidFill>
              </a:rPr>
              <a:t>nubes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más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limpias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posibles</a:t>
            </a:r>
            <a:r>
              <a:rPr lang="en-US" sz="1200" dirty="0">
                <a:solidFill>
                  <a:srgbClr val="003C71"/>
                </a:solidFill>
              </a:rPr>
              <a:t> (OR), </a:t>
            </a:r>
            <a:r>
              <a:rPr lang="en-US" sz="1200" dirty="0" err="1">
                <a:solidFill>
                  <a:srgbClr val="003C71"/>
                </a:solidFill>
              </a:rPr>
              <a:t>aunque</a:t>
            </a:r>
            <a:r>
              <a:rPr lang="en-US" sz="1200" dirty="0">
                <a:solidFill>
                  <a:srgbClr val="003C71"/>
                </a:solidFill>
              </a:rPr>
              <a:t> con </a:t>
            </a:r>
            <a:r>
              <a:rPr lang="en-US" sz="1200" dirty="0" err="1">
                <a:solidFill>
                  <a:srgbClr val="003C71"/>
                </a:solidFill>
              </a:rPr>
              <a:t>ligeros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defectos</a:t>
            </a:r>
            <a:r>
              <a:rPr lang="en-US" sz="1200" dirty="0">
                <a:solidFill>
                  <a:srgbClr val="003C71"/>
                </a:solidFill>
              </a:rPr>
              <a:t> o </a:t>
            </a:r>
            <a:r>
              <a:rPr lang="en-US" sz="1200" dirty="0" err="1">
                <a:solidFill>
                  <a:srgbClr val="003C71"/>
                </a:solidFill>
              </a:rPr>
              <a:t>huecos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en</a:t>
            </a:r>
            <a:r>
              <a:rPr lang="en-US" sz="1200" dirty="0">
                <a:solidFill>
                  <a:srgbClr val="003C71"/>
                </a:solidFill>
              </a:rPr>
              <a:t> el </a:t>
            </a:r>
            <a:r>
              <a:rPr lang="en-US" sz="1200" dirty="0" err="1">
                <a:solidFill>
                  <a:srgbClr val="003C71"/>
                </a:solidFill>
              </a:rPr>
              <a:t>completado</a:t>
            </a:r>
            <a:r>
              <a:rPr lang="en-US" sz="1200" dirty="0">
                <a:solidFill>
                  <a:srgbClr val="003C71"/>
                </a:solidFill>
              </a:rPr>
              <a:t> de las </a:t>
            </a:r>
            <a:r>
              <a:rPr lang="en-US" sz="1200" dirty="0" err="1">
                <a:solidFill>
                  <a:srgbClr val="003C71"/>
                </a:solidFill>
              </a:rPr>
              <a:t>mismas</a:t>
            </a:r>
            <a:r>
              <a:rPr lang="en-US" sz="1200" dirty="0">
                <a:solidFill>
                  <a:srgbClr val="003C71"/>
                </a:solidFill>
              </a:rPr>
              <a:t> (C).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46865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B99D5-3F94-9721-E463-23F46390FE33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BCF020-105C-2AF7-F711-A7062BC7ABAF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431E52-46E1-D50D-0283-952834D7FCC7}"/>
              </a:ext>
            </a:extLst>
          </p:cNvPr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77BBEF-F54C-D998-F251-3340EFA28666}"/>
              </a:ext>
            </a:extLst>
          </p:cNvPr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91A141-29B8-7B30-3A12-5C5EFB41786D}"/>
              </a:ext>
            </a:extLst>
          </p:cNvPr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>
                <a:solidFill>
                  <a:srgbClr val="0071C5"/>
                </a:solidFill>
              </a:rPr>
              <a:t>07 · EVIDENCIA</a:t>
            </a:r>
            <a:endParaRPr lang="en-US"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45C6ED2-EB06-A0C4-7C62-31E4EEA0C13F}"/>
              </a:ext>
            </a:extLst>
          </p:cNvPr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72033"/>
                </a:solidFill>
              </a:rPr>
              <a:t>Métricas</a:t>
            </a:r>
            <a:r>
              <a:rPr lang="en-US" sz="2700" b="1" dirty="0">
                <a:solidFill>
                  <a:srgbClr val="172033"/>
                </a:solidFill>
              </a:rPr>
              <a:t> de </a:t>
            </a:r>
            <a:r>
              <a:rPr lang="en-US" sz="2700" b="1" dirty="0" err="1">
                <a:solidFill>
                  <a:srgbClr val="172033"/>
                </a:solidFill>
              </a:rPr>
              <a:t>desempeño</a:t>
            </a:r>
            <a:r>
              <a:rPr lang="en-US" sz="2700" b="1" dirty="0">
                <a:solidFill>
                  <a:srgbClr val="172033"/>
                </a:solidFill>
              </a:rPr>
              <a:t>: Calidad de </a:t>
            </a:r>
            <a:r>
              <a:rPr lang="en-US" sz="2700" b="1" dirty="0" err="1">
                <a:solidFill>
                  <a:srgbClr val="172033"/>
                </a:solidFill>
              </a:rPr>
              <a:t>Supercuádricas</a:t>
            </a:r>
            <a:endParaRPr lang="en-US" sz="2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86B828-0C02-A7DB-1D68-36F549DADD63}"/>
              </a:ext>
            </a:extLst>
          </p:cNvPr>
          <p:cNvSpPr/>
          <p:nvPr/>
        </p:nvSpPr>
        <p:spPr>
          <a:xfrm>
            <a:off x="786384" y="137617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72033"/>
                </a:solidFill>
              </a:rPr>
              <a:t>Error radial (mm) ↓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38FF73B-3A40-147C-2914-0454BB9B3E07}"/>
              </a:ext>
            </a:extLst>
          </p:cNvPr>
          <p:cNvSpPr/>
          <p:nvPr/>
        </p:nvSpPr>
        <p:spPr>
          <a:xfrm>
            <a:off x="6547104" y="13761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72033"/>
                </a:solidFill>
              </a:rPr>
              <a:t>Flatness ↑ *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03918E5-B3C3-9F92-5A3B-13DBDAFFE2E6}"/>
              </a:ext>
            </a:extLst>
          </p:cNvPr>
          <p:cNvSpPr/>
          <p:nvPr/>
        </p:nvSpPr>
        <p:spPr>
          <a:xfrm>
            <a:off x="667512" y="18882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Geom.</a:t>
            </a:r>
            <a:endParaRPr lang="en-US"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BC0FD5D-E88E-B4D4-8C5C-204C6F7F4155}"/>
              </a:ext>
            </a:extLst>
          </p:cNvPr>
          <p:cNvSpPr/>
          <p:nvPr/>
        </p:nvSpPr>
        <p:spPr>
          <a:xfrm>
            <a:off x="1700784" y="1860804"/>
            <a:ext cx="2778760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249DE3F-24BD-DEAE-28B0-0970764A448F}"/>
              </a:ext>
            </a:extLst>
          </p:cNvPr>
          <p:cNvSpPr/>
          <p:nvPr/>
        </p:nvSpPr>
        <p:spPr>
          <a:xfrm>
            <a:off x="5632704" y="18790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8.9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642A3BB-657B-D551-C12C-B7D951360E06}"/>
              </a:ext>
            </a:extLst>
          </p:cNvPr>
          <p:cNvSpPr/>
          <p:nvPr/>
        </p:nvSpPr>
        <p:spPr>
          <a:xfrm>
            <a:off x="6428232" y="18882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67A"/>
                </a:solidFill>
              </a:rPr>
              <a:t>Geom.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D5CE0BF-59FC-468A-0985-3F40403FB917}"/>
              </a:ext>
            </a:extLst>
          </p:cNvPr>
          <p:cNvSpPr/>
          <p:nvPr/>
        </p:nvSpPr>
        <p:spPr>
          <a:xfrm>
            <a:off x="7461504" y="1860804"/>
            <a:ext cx="2469794" cy="237744"/>
          </a:xfrm>
          <a:prstGeom prst="rect">
            <a:avLst/>
          </a:prstGeom>
          <a:solidFill>
            <a:srgbClr val="00B7A8"/>
          </a:solidFill>
          <a:ln w="12700">
            <a:solidFill>
              <a:srgbClr val="00B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593F2ED-C8ED-693B-A731-8E5CCBEA0958}"/>
              </a:ext>
            </a:extLst>
          </p:cNvPr>
          <p:cNvSpPr/>
          <p:nvPr/>
        </p:nvSpPr>
        <p:spPr>
          <a:xfrm>
            <a:off x="10908792" y="18790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0.478</a:t>
            </a:r>
            <a:endParaRPr lang="en-US" sz="1000" b="1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3CF6F82-77C9-96A1-25ED-79383C4D9AD0}"/>
              </a:ext>
            </a:extLst>
          </p:cNvPr>
          <p:cNvSpPr/>
          <p:nvPr/>
        </p:nvSpPr>
        <p:spPr>
          <a:xfrm>
            <a:off x="667512" y="24825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</a:t>
            </a:r>
            <a:endParaRPr lang="en-US" sz="10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82D66C0-19C6-F1E8-D1B8-95FAD35BD02A}"/>
              </a:ext>
            </a:extLst>
          </p:cNvPr>
          <p:cNvSpPr/>
          <p:nvPr/>
        </p:nvSpPr>
        <p:spPr>
          <a:xfrm>
            <a:off x="1700783" y="2455164"/>
            <a:ext cx="3169921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FCDE170-7CE5-F580-5ED0-44E87024A4D4}"/>
              </a:ext>
            </a:extLst>
          </p:cNvPr>
          <p:cNvSpPr/>
          <p:nvPr/>
        </p:nvSpPr>
        <p:spPr>
          <a:xfrm>
            <a:off x="5632704" y="24734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9.982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9426878-D580-3253-55B1-2245DB38B1B1}"/>
              </a:ext>
            </a:extLst>
          </p:cNvPr>
          <p:cNvSpPr/>
          <p:nvPr/>
        </p:nvSpPr>
        <p:spPr>
          <a:xfrm>
            <a:off x="6428232" y="24825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</a:t>
            </a:r>
            <a:endParaRPr lang="en-US" sz="10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3A9734B-D0DE-33B3-80E7-4202D6D66575}"/>
              </a:ext>
            </a:extLst>
          </p:cNvPr>
          <p:cNvSpPr/>
          <p:nvPr/>
        </p:nvSpPr>
        <p:spPr>
          <a:xfrm>
            <a:off x="7461504" y="2455164"/>
            <a:ext cx="2349642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2F4562C-81D8-E1AE-00D9-1276BE7A830D}"/>
              </a:ext>
            </a:extLst>
          </p:cNvPr>
          <p:cNvSpPr/>
          <p:nvPr/>
        </p:nvSpPr>
        <p:spPr>
          <a:xfrm>
            <a:off x="10908792" y="24734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0.471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CD729F3-1063-C3DA-83DE-B2E9F44D3CE7}"/>
              </a:ext>
            </a:extLst>
          </p:cNvPr>
          <p:cNvSpPr/>
          <p:nvPr/>
        </p:nvSpPr>
        <p:spPr>
          <a:xfrm>
            <a:off x="667512" y="30769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U²-NetP</a:t>
            </a:r>
            <a:endParaRPr lang="en-US" sz="10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801F1AD-13BC-1A25-9B2B-5C8FE56E4807}"/>
              </a:ext>
            </a:extLst>
          </p:cNvPr>
          <p:cNvSpPr/>
          <p:nvPr/>
        </p:nvSpPr>
        <p:spPr>
          <a:xfrm>
            <a:off x="1700784" y="3049524"/>
            <a:ext cx="3469640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484BBA5-CB24-8F19-5C9A-4EDB860E6F9F}"/>
              </a:ext>
            </a:extLst>
          </p:cNvPr>
          <p:cNvSpPr/>
          <p:nvPr/>
        </p:nvSpPr>
        <p:spPr>
          <a:xfrm>
            <a:off x="5632704" y="30678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10.85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43802CB-18E3-B46B-762C-0269E05E3D2F}"/>
              </a:ext>
            </a:extLst>
          </p:cNvPr>
          <p:cNvSpPr/>
          <p:nvPr/>
        </p:nvSpPr>
        <p:spPr>
          <a:xfrm>
            <a:off x="6428232" y="30769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U²-NetP</a:t>
            </a:r>
            <a:endParaRPr lang="en-US" sz="10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EFBD559-CA55-814A-9A62-59528AFE8CFB}"/>
              </a:ext>
            </a:extLst>
          </p:cNvPr>
          <p:cNvSpPr/>
          <p:nvPr/>
        </p:nvSpPr>
        <p:spPr>
          <a:xfrm>
            <a:off x="7461504" y="3049524"/>
            <a:ext cx="2194560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A97224C-6388-A563-627A-E2BAAE9B4B58}"/>
              </a:ext>
            </a:extLst>
          </p:cNvPr>
          <p:cNvSpPr/>
          <p:nvPr/>
        </p:nvSpPr>
        <p:spPr>
          <a:xfrm>
            <a:off x="10908792" y="30678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0.464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EBA59EC-4057-997F-4ADB-F586EC521B0D}"/>
              </a:ext>
            </a:extLst>
          </p:cNvPr>
          <p:cNvSpPr/>
          <p:nvPr/>
        </p:nvSpPr>
        <p:spPr>
          <a:xfrm>
            <a:off x="667512" y="36713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FastSAM-s</a:t>
            </a:r>
            <a:endParaRPr lang="en-US" sz="105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AC749B9-B745-ADB0-161D-709FB8731BC2}"/>
              </a:ext>
            </a:extLst>
          </p:cNvPr>
          <p:cNvSpPr/>
          <p:nvPr/>
        </p:nvSpPr>
        <p:spPr>
          <a:xfrm>
            <a:off x="1700784" y="3643884"/>
            <a:ext cx="3434080" cy="237744"/>
          </a:xfrm>
          <a:prstGeom prst="rect">
            <a:avLst/>
          </a:prstGeom>
          <a:solidFill>
            <a:srgbClr val="8CC8E8"/>
          </a:solidFill>
          <a:ln w="12700">
            <a:solidFill>
              <a:srgbClr val="8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5E41BBC-7692-A9F8-CCA7-E99E8268DD5D}"/>
              </a:ext>
            </a:extLst>
          </p:cNvPr>
          <p:cNvSpPr/>
          <p:nvPr/>
        </p:nvSpPr>
        <p:spPr>
          <a:xfrm>
            <a:off x="5632704" y="36621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10.84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6FC922F-457C-6152-BF2D-875BF82A6052}"/>
              </a:ext>
            </a:extLst>
          </p:cNvPr>
          <p:cNvSpPr/>
          <p:nvPr/>
        </p:nvSpPr>
        <p:spPr>
          <a:xfrm>
            <a:off x="6428232" y="36713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FastSAM-s</a:t>
            </a:r>
            <a:endParaRPr lang="en-US" sz="105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2CF81AF-8FC6-28C4-10A8-DFE63818FCE1}"/>
              </a:ext>
            </a:extLst>
          </p:cNvPr>
          <p:cNvSpPr/>
          <p:nvPr/>
        </p:nvSpPr>
        <p:spPr>
          <a:xfrm>
            <a:off x="7461504" y="3643884"/>
            <a:ext cx="2406396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3D196D6-4F5B-3B75-56F7-B4E5E6E40780}"/>
              </a:ext>
            </a:extLst>
          </p:cNvPr>
          <p:cNvSpPr/>
          <p:nvPr/>
        </p:nvSpPr>
        <p:spPr>
          <a:xfrm>
            <a:off x="10908792" y="36621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0.476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DA551BC-8E16-E9CA-488B-B0FD1A7F435C}"/>
              </a:ext>
            </a:extLst>
          </p:cNvPr>
          <p:cNvSpPr/>
          <p:nvPr/>
        </p:nvSpPr>
        <p:spPr>
          <a:xfrm>
            <a:off x="667512" y="42656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FastSAM-x</a:t>
            </a:r>
            <a:endParaRPr lang="en-US" sz="105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44373D6-D46B-5AF6-3E83-7C7225FB2641}"/>
              </a:ext>
            </a:extLst>
          </p:cNvPr>
          <p:cNvSpPr/>
          <p:nvPr/>
        </p:nvSpPr>
        <p:spPr>
          <a:xfrm>
            <a:off x="1700784" y="4238244"/>
            <a:ext cx="2600960" cy="237744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A0CCBC2-A9E0-8B09-E13F-B3B599313592}"/>
              </a:ext>
            </a:extLst>
          </p:cNvPr>
          <p:cNvSpPr/>
          <p:nvPr/>
        </p:nvSpPr>
        <p:spPr>
          <a:xfrm>
            <a:off x="5632704" y="42565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8.363</a:t>
            </a: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1D0A087-2346-A990-4FFD-D1663A44052B}"/>
              </a:ext>
            </a:extLst>
          </p:cNvPr>
          <p:cNvSpPr/>
          <p:nvPr/>
        </p:nvSpPr>
        <p:spPr>
          <a:xfrm>
            <a:off x="6428232" y="42656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B667A"/>
                </a:solidFill>
              </a:rPr>
              <a:t>FastSAM-x</a:t>
            </a:r>
            <a:endParaRPr lang="en-US" sz="105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949FBBE-9943-895D-D436-6602A735D9E7}"/>
              </a:ext>
            </a:extLst>
          </p:cNvPr>
          <p:cNvSpPr/>
          <p:nvPr/>
        </p:nvSpPr>
        <p:spPr>
          <a:xfrm>
            <a:off x="7461505" y="4238244"/>
            <a:ext cx="2377820" cy="237744"/>
          </a:xfrm>
          <a:prstGeom prst="rect">
            <a:avLst/>
          </a:prstGeom>
          <a:solidFill>
            <a:srgbClr val="8FDCD4"/>
          </a:solidFill>
          <a:ln w="12700">
            <a:solidFill>
              <a:srgbClr val="8FD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F546484-9D7D-061B-988E-81D6A24AE08C}"/>
              </a:ext>
            </a:extLst>
          </p:cNvPr>
          <p:cNvSpPr/>
          <p:nvPr/>
        </p:nvSpPr>
        <p:spPr>
          <a:xfrm>
            <a:off x="10908792" y="42565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0.475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AEBDB9D4-D550-6AC9-4B8D-C6D019C5856C}"/>
              </a:ext>
            </a:extLst>
          </p:cNvPr>
          <p:cNvSpPr/>
          <p:nvPr/>
        </p:nvSpPr>
        <p:spPr>
          <a:xfrm>
            <a:off x="411480" y="5042916"/>
            <a:ext cx="11183112" cy="562356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F4046E9-9906-C09F-436C-C1DA90103854}"/>
              </a:ext>
            </a:extLst>
          </p:cNvPr>
          <p:cNvSpPr/>
          <p:nvPr/>
        </p:nvSpPr>
        <p:spPr>
          <a:xfrm>
            <a:off x="621792" y="5216652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Análisis</a:t>
            </a:r>
            <a:r>
              <a:rPr lang="en-US" sz="1200" b="1" dirty="0">
                <a:solidFill>
                  <a:srgbClr val="003C71"/>
                </a:solidFill>
              </a:rPr>
              <a:t>: </a:t>
            </a:r>
            <a:r>
              <a:rPr lang="en-US" sz="1200" dirty="0">
                <a:solidFill>
                  <a:srgbClr val="003C71"/>
                </a:solidFill>
              </a:rPr>
              <a:t>FastSAM-x es el </a:t>
            </a:r>
            <a:r>
              <a:rPr lang="en-US" sz="1200" dirty="0" err="1">
                <a:solidFill>
                  <a:srgbClr val="003C71"/>
                </a:solidFill>
              </a:rPr>
              <a:t>modelo</a:t>
            </a:r>
            <a:r>
              <a:rPr lang="en-US" sz="1200" dirty="0">
                <a:solidFill>
                  <a:srgbClr val="003C71"/>
                </a:solidFill>
              </a:rPr>
              <a:t> con mayor </a:t>
            </a:r>
            <a:r>
              <a:rPr lang="en-US" sz="1200" dirty="0" err="1">
                <a:solidFill>
                  <a:srgbClr val="003C71"/>
                </a:solidFill>
              </a:rPr>
              <a:t>precisión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en</a:t>
            </a:r>
            <a:r>
              <a:rPr lang="en-US" sz="1200" dirty="0">
                <a:solidFill>
                  <a:srgbClr val="003C71"/>
                </a:solidFill>
              </a:rPr>
              <a:t> la </a:t>
            </a:r>
            <a:r>
              <a:rPr lang="en-US" sz="1200" dirty="0" err="1">
                <a:solidFill>
                  <a:srgbClr val="003C71"/>
                </a:solidFill>
              </a:rPr>
              <a:t>segmentación</a:t>
            </a:r>
            <a:r>
              <a:rPr lang="en-US" sz="1200" dirty="0">
                <a:solidFill>
                  <a:srgbClr val="003C71"/>
                </a:solidFill>
              </a:rPr>
              <a:t> de </a:t>
            </a:r>
            <a:r>
              <a:rPr lang="en-US" sz="1200" dirty="0" err="1">
                <a:solidFill>
                  <a:srgbClr val="003C71"/>
                </a:solidFill>
              </a:rPr>
              <a:t>objetos</a:t>
            </a:r>
            <a:r>
              <a:rPr lang="en-US" sz="1200" dirty="0">
                <a:solidFill>
                  <a:srgbClr val="003C71"/>
                </a:solidFill>
              </a:rPr>
              <a:t>, </a:t>
            </a:r>
            <a:r>
              <a:rPr lang="en-US" sz="1200" dirty="0" err="1">
                <a:solidFill>
                  <a:srgbClr val="003C71"/>
                </a:solidFill>
              </a:rPr>
              <a:t>generando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supercuádricas</a:t>
            </a:r>
            <a:r>
              <a:rPr lang="en-US" sz="1200" dirty="0">
                <a:solidFill>
                  <a:srgbClr val="003C71"/>
                </a:solidFill>
              </a:rPr>
              <a:t> de major </a:t>
            </a:r>
            <a:r>
              <a:rPr lang="en-US" sz="1200" dirty="0" err="1">
                <a:solidFill>
                  <a:srgbClr val="003C71"/>
                </a:solidFill>
              </a:rPr>
              <a:t>calidad</a:t>
            </a:r>
            <a:r>
              <a:rPr lang="en-US" sz="1200" dirty="0">
                <a:solidFill>
                  <a:srgbClr val="003C71"/>
                </a:solidFill>
              </a:rPr>
              <a:t>. Todos </a:t>
            </a:r>
            <a:r>
              <a:rPr lang="en-US" sz="1200" dirty="0" err="1">
                <a:solidFill>
                  <a:srgbClr val="003C71"/>
                </a:solidFill>
              </a:rPr>
              <a:t>los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métodos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tienden</a:t>
            </a:r>
            <a:r>
              <a:rPr lang="en-US" sz="1200" dirty="0">
                <a:solidFill>
                  <a:srgbClr val="003C71"/>
                </a:solidFill>
              </a:rPr>
              <a:t> a </a:t>
            </a:r>
            <a:r>
              <a:rPr lang="en-US" sz="1200" dirty="0" err="1">
                <a:solidFill>
                  <a:srgbClr val="003C71"/>
                </a:solidFill>
              </a:rPr>
              <a:t>generar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volúmenes</a:t>
            </a:r>
            <a:r>
              <a:rPr lang="en-US" sz="1200" dirty="0">
                <a:solidFill>
                  <a:srgbClr val="003C71"/>
                </a:solidFill>
              </a:rPr>
              <a:t> reales.</a:t>
            </a:r>
            <a:endParaRPr lang="en-US" sz="1200" dirty="0"/>
          </a:p>
        </p:txBody>
      </p:sp>
      <p:sp>
        <p:nvSpPr>
          <p:cNvPr id="59" name="Text 47">
            <a:extLst>
              <a:ext uri="{FF2B5EF4-FFF2-40B4-BE49-F238E27FC236}">
                <a16:creationId xmlns:a16="http://schemas.microsoft.com/office/drawing/2014/main" id="{7DACA3D8-A806-1A7D-FB4E-007950B79018}"/>
              </a:ext>
            </a:extLst>
          </p:cNvPr>
          <p:cNvSpPr/>
          <p:nvPr/>
        </p:nvSpPr>
        <p:spPr>
          <a:xfrm>
            <a:off x="411480" y="601675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03C71"/>
                </a:solidFill>
              </a:rPr>
              <a:t>* </a:t>
            </a:r>
            <a:r>
              <a:rPr lang="en-US" sz="1050" i="1" dirty="0">
                <a:solidFill>
                  <a:srgbClr val="003C71"/>
                </a:solidFill>
              </a:rPr>
              <a:t>Flatness &lt; 0.15 </a:t>
            </a:r>
            <a:r>
              <a:rPr lang="en-US" sz="1050" i="1" dirty="0" err="1">
                <a:solidFill>
                  <a:srgbClr val="003C71"/>
                </a:solidFill>
              </a:rPr>
              <a:t>resulta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en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una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primitiva</a:t>
            </a:r>
            <a:r>
              <a:rPr lang="en-US" sz="1050" i="1" dirty="0">
                <a:solidFill>
                  <a:srgbClr val="003C71"/>
                </a:solidFill>
              </a:rPr>
              <a:t> similar a </a:t>
            </a:r>
            <a:r>
              <a:rPr lang="en-US" sz="1050" i="1" dirty="0" err="1">
                <a:solidFill>
                  <a:srgbClr val="003C71"/>
                </a:solidFill>
              </a:rPr>
              <a:t>una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placa</a:t>
            </a:r>
            <a:r>
              <a:rPr lang="en-US" sz="1050" i="1" dirty="0">
                <a:solidFill>
                  <a:srgbClr val="003C71"/>
                </a:solidFill>
              </a:rPr>
              <a:t>, &gt; 0.35 es </a:t>
            </a:r>
            <a:r>
              <a:rPr lang="en-US" sz="1050" i="1" dirty="0" err="1">
                <a:solidFill>
                  <a:srgbClr val="003C71"/>
                </a:solidFill>
              </a:rPr>
              <a:t>una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primitiva</a:t>
            </a:r>
            <a:r>
              <a:rPr lang="en-US" sz="1050" i="1" dirty="0">
                <a:solidFill>
                  <a:srgbClr val="003C71"/>
                </a:solidFill>
              </a:rPr>
              <a:t> con volume real, 1 </a:t>
            </a:r>
            <a:r>
              <a:rPr lang="en-US" sz="1050" i="1" dirty="0" err="1">
                <a:solidFill>
                  <a:srgbClr val="003C71"/>
                </a:solidFill>
              </a:rPr>
              <a:t>significa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que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tiene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proporciones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similares</a:t>
            </a:r>
            <a:r>
              <a:rPr lang="en-US" sz="1050" i="1" dirty="0">
                <a:solidFill>
                  <a:srgbClr val="003C71"/>
                </a:solidFill>
              </a:rPr>
              <a:t> a un </a:t>
            </a:r>
            <a:r>
              <a:rPr lang="en-US" sz="1050" i="1" dirty="0" err="1">
                <a:solidFill>
                  <a:srgbClr val="003C71"/>
                </a:solidFill>
              </a:rPr>
              <a:t>cubo</a:t>
            </a:r>
            <a:r>
              <a:rPr lang="en-US" sz="1050" i="1" dirty="0">
                <a:solidFill>
                  <a:srgbClr val="003C71"/>
                </a:solidFill>
              </a:rPr>
              <a:t>. Esta </a:t>
            </a:r>
            <a:r>
              <a:rPr lang="en-US" sz="1050" i="1" dirty="0" err="1">
                <a:solidFill>
                  <a:srgbClr val="003C71"/>
                </a:solidFill>
              </a:rPr>
              <a:t>métrica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debe</a:t>
            </a:r>
            <a:r>
              <a:rPr lang="en-US" sz="1050" i="1" dirty="0">
                <a:solidFill>
                  <a:srgbClr val="003C71"/>
                </a:solidFill>
              </a:rPr>
              <a:t> ser </a:t>
            </a:r>
            <a:r>
              <a:rPr lang="en-US" sz="1050" i="1" dirty="0" err="1">
                <a:solidFill>
                  <a:srgbClr val="003C71"/>
                </a:solidFill>
              </a:rPr>
              <a:t>analizada</a:t>
            </a:r>
            <a:r>
              <a:rPr lang="en-US" sz="1050" i="1" dirty="0">
                <a:solidFill>
                  <a:srgbClr val="003C71"/>
                </a:solidFill>
              </a:rPr>
              <a:t> junto con el error radial para </a:t>
            </a:r>
            <a:r>
              <a:rPr lang="en-US" sz="1050" i="1" dirty="0" err="1">
                <a:solidFill>
                  <a:srgbClr val="003C71"/>
                </a:solidFill>
              </a:rPr>
              <a:t>determinar</a:t>
            </a:r>
            <a:r>
              <a:rPr lang="en-US" sz="1050" i="1" dirty="0">
                <a:solidFill>
                  <a:srgbClr val="003C71"/>
                </a:solidFill>
              </a:rPr>
              <a:t> la </a:t>
            </a:r>
            <a:r>
              <a:rPr lang="en-US" sz="1050" i="1" dirty="0" err="1">
                <a:solidFill>
                  <a:srgbClr val="003C71"/>
                </a:solidFill>
              </a:rPr>
              <a:t>calidad</a:t>
            </a:r>
            <a:r>
              <a:rPr lang="en-US" sz="1050" i="1" dirty="0">
                <a:solidFill>
                  <a:srgbClr val="003C71"/>
                </a:solidFill>
              </a:rPr>
              <a:t> de la </a:t>
            </a:r>
            <a:r>
              <a:rPr lang="en-US" sz="1050" i="1" dirty="0" err="1">
                <a:solidFill>
                  <a:srgbClr val="003C71"/>
                </a:solidFill>
              </a:rPr>
              <a:t>primitiva</a:t>
            </a:r>
            <a:r>
              <a:rPr lang="en-US" sz="1050" i="1" dirty="0">
                <a:solidFill>
                  <a:srgbClr val="003C71"/>
                </a:solidFill>
              </a:rPr>
              <a:t> </a:t>
            </a:r>
            <a:r>
              <a:rPr lang="en-US" sz="1050" i="1" dirty="0" err="1">
                <a:solidFill>
                  <a:srgbClr val="003C71"/>
                </a:solidFill>
              </a:rPr>
              <a:t>generada</a:t>
            </a:r>
            <a:r>
              <a:rPr lang="en-US" sz="1050" i="1" dirty="0">
                <a:solidFill>
                  <a:srgbClr val="003C71"/>
                </a:solidFill>
              </a:rPr>
              <a:t>.</a:t>
            </a:r>
            <a:endParaRPr lang="en-US" sz="1050" i="1" dirty="0"/>
          </a:p>
        </p:txBody>
      </p:sp>
    </p:spTree>
    <p:extLst>
      <p:ext uri="{BB962C8B-B14F-4D97-AF65-F5344CB8AC3E}">
        <p14:creationId xmlns:p14="http://schemas.microsoft.com/office/powerpoint/2010/main" val="46133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A0A73-F5E5-D2ED-EEDE-6768BD5754E7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EA62FF-31C3-2D51-D3CB-CCF6F3437D25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E387F8-3425-79BD-F73B-4E14FFEEFBE1}"/>
              </a:ext>
            </a:extLst>
          </p:cNvPr>
          <p:cNvSpPr/>
          <p:nvPr/>
        </p:nvSpPr>
        <p:spPr>
          <a:xfrm>
            <a:off x="41148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7085"/>
                </a:solidFill>
              </a:rPr>
              <a:t>SUPERDEC · PERCEPCIÓN 3D</a:t>
            </a:r>
            <a:endParaRPr lang="en-US" sz="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E87FE9-9B7B-EA39-1CAD-F2DA6516EEAB}"/>
              </a:ext>
            </a:extLst>
          </p:cNvPr>
          <p:cNvSpPr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11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53FBC5-6867-B53F-D93B-50899EC422E4}"/>
              </a:ext>
            </a:extLst>
          </p:cNvPr>
          <p:cNvSpPr/>
          <p:nvPr/>
        </p:nvSpPr>
        <p:spPr>
          <a:xfrm>
            <a:off x="50292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071C5"/>
                </a:solidFill>
              </a:rPr>
              <a:t>07 · EVIDENCIA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27019A-3E57-4C88-1098-87FC998E7B70}"/>
              </a:ext>
            </a:extLst>
          </p:cNvPr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72033"/>
                </a:solidFill>
              </a:rPr>
              <a:t>Métricas</a:t>
            </a:r>
            <a:r>
              <a:rPr lang="en-US" sz="2700" b="1" dirty="0">
                <a:solidFill>
                  <a:srgbClr val="172033"/>
                </a:solidFill>
              </a:rPr>
              <a:t> de </a:t>
            </a:r>
            <a:r>
              <a:rPr lang="en-US" sz="2700" b="1" dirty="0" err="1">
                <a:solidFill>
                  <a:srgbClr val="172033"/>
                </a:solidFill>
              </a:rPr>
              <a:t>desempeño</a:t>
            </a:r>
            <a:r>
              <a:rPr lang="en-US" sz="2700" b="1" dirty="0">
                <a:solidFill>
                  <a:srgbClr val="172033"/>
                </a:solidFill>
              </a:rPr>
              <a:t>: </a:t>
            </a:r>
            <a:r>
              <a:rPr lang="en-US" sz="2700" b="1" dirty="0" err="1">
                <a:solidFill>
                  <a:srgbClr val="172033"/>
                </a:solidFill>
              </a:rPr>
              <a:t>Eficiencia</a:t>
            </a:r>
            <a:endParaRPr lang="en-US" sz="27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D572499-5680-DDCF-8609-638105145061}"/>
              </a:ext>
            </a:extLst>
          </p:cNvPr>
          <p:cNvGrpSpPr/>
          <p:nvPr/>
        </p:nvGrpSpPr>
        <p:grpSpPr>
          <a:xfrm>
            <a:off x="330708" y="1450848"/>
            <a:ext cx="3776472" cy="3093720"/>
            <a:chOff x="292608" y="1554480"/>
            <a:chExt cx="3776472" cy="3093720"/>
          </a:xfrm>
        </p:grpSpPr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1AC6A6E6-DF31-FDD8-4C64-3EBB2E0E8A80}"/>
                </a:ext>
              </a:extLst>
            </p:cNvPr>
            <p:cNvSpPr/>
            <p:nvPr/>
          </p:nvSpPr>
          <p:spPr>
            <a:xfrm>
              <a:off x="375397" y="1554480"/>
              <a:ext cx="35344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 err="1">
                  <a:solidFill>
                    <a:srgbClr val="172033"/>
                  </a:solidFill>
                </a:rPr>
                <a:t>Latencia</a:t>
              </a:r>
              <a:r>
                <a:rPr lang="en-US" sz="1600" b="1" dirty="0">
                  <a:solidFill>
                    <a:srgbClr val="172033"/>
                  </a:solidFill>
                </a:rPr>
                <a:t> p95 (</a:t>
              </a:r>
              <a:r>
                <a:rPr lang="en-US" sz="1600" b="1" dirty="0" err="1">
                  <a:solidFill>
                    <a:srgbClr val="172033"/>
                  </a:solidFill>
                </a:rPr>
                <a:t>ms</a:t>
              </a:r>
              <a:r>
                <a:rPr lang="en-US" sz="1600" b="1" dirty="0">
                  <a:solidFill>
                    <a:srgbClr val="172033"/>
                  </a:solidFill>
                </a:rPr>
                <a:t>) ↓</a:t>
              </a:r>
              <a:endParaRPr lang="en-US" sz="16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DAFA54E-77B5-4992-4A7C-021112B45A53}"/>
                </a:ext>
              </a:extLst>
            </p:cNvPr>
            <p:cNvSpPr/>
            <p:nvPr/>
          </p:nvSpPr>
          <p:spPr>
            <a:xfrm>
              <a:off x="292608" y="2066544"/>
              <a:ext cx="63684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Geom.</a:t>
              </a:r>
              <a:endParaRPr lang="en-US" sz="105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1D2A3B7F-8036-618F-E27C-3EAD2A09C7B3}"/>
                </a:ext>
              </a:extLst>
            </p:cNvPr>
            <p:cNvSpPr/>
            <p:nvPr/>
          </p:nvSpPr>
          <p:spPr>
            <a:xfrm>
              <a:off x="1012239" y="2039112"/>
              <a:ext cx="2117041" cy="237744"/>
            </a:xfrm>
            <a:prstGeom prst="rect">
              <a:avLst/>
            </a:prstGeom>
            <a:solidFill>
              <a:srgbClr val="8CC8E8"/>
            </a:solidFill>
            <a:ln w="12700">
              <a:solidFill>
                <a:srgbClr val="8C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6717B603-F48C-CB63-70AB-909310B758F9}"/>
                </a:ext>
              </a:extLst>
            </p:cNvPr>
            <p:cNvSpPr/>
            <p:nvPr/>
          </p:nvSpPr>
          <p:spPr>
            <a:xfrm>
              <a:off x="3750659" y="2057400"/>
              <a:ext cx="3184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37.0</a:t>
              </a:r>
              <a:endParaRPr lang="en-US" sz="10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1539318B-B943-D90F-4808-5C920001CB1D}"/>
                </a:ext>
              </a:extLst>
            </p:cNvPr>
            <p:cNvSpPr/>
            <p:nvPr/>
          </p:nvSpPr>
          <p:spPr>
            <a:xfrm>
              <a:off x="292608" y="2660904"/>
              <a:ext cx="63684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U²-Net</a:t>
              </a:r>
              <a:endParaRPr lang="en-US" sz="1050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5D758C92-B81A-44CC-8C2E-BCFE01B2B1A1}"/>
                </a:ext>
              </a:extLst>
            </p:cNvPr>
            <p:cNvSpPr/>
            <p:nvPr/>
          </p:nvSpPr>
          <p:spPr>
            <a:xfrm>
              <a:off x="1012239" y="2633472"/>
              <a:ext cx="2033540" cy="237744"/>
            </a:xfrm>
            <a:prstGeom prst="rect">
              <a:avLst/>
            </a:prstGeom>
            <a:solidFill>
              <a:srgbClr val="8CC8E8"/>
            </a:solidFill>
            <a:ln w="12700">
              <a:solidFill>
                <a:srgbClr val="8C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4C78A232-9682-1CB1-582C-F3B84812726E}"/>
                </a:ext>
              </a:extLst>
            </p:cNvPr>
            <p:cNvSpPr/>
            <p:nvPr/>
          </p:nvSpPr>
          <p:spPr>
            <a:xfrm>
              <a:off x="3750659" y="2651760"/>
              <a:ext cx="3184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35.2</a:t>
              </a:r>
              <a:endParaRPr lang="en-US" sz="10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4704D9B9-D66C-ACDD-7113-6FF23E22B1D2}"/>
                </a:ext>
              </a:extLst>
            </p:cNvPr>
            <p:cNvSpPr/>
            <p:nvPr/>
          </p:nvSpPr>
          <p:spPr>
            <a:xfrm>
              <a:off x="292608" y="3255264"/>
              <a:ext cx="63684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U²-NetP</a:t>
              </a:r>
              <a:endParaRPr lang="en-US" sz="105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76C973C5-67B5-7311-0AE3-90723C3BACAF}"/>
                </a:ext>
              </a:extLst>
            </p:cNvPr>
            <p:cNvSpPr/>
            <p:nvPr/>
          </p:nvSpPr>
          <p:spPr>
            <a:xfrm>
              <a:off x="1012238" y="3227832"/>
              <a:ext cx="1934162" cy="237744"/>
            </a:xfrm>
            <a:prstGeom prst="rect">
              <a:avLst/>
            </a:prstGeom>
            <a:solidFill>
              <a:srgbClr val="8CC8E8"/>
            </a:solidFill>
            <a:ln w="12700">
              <a:solidFill>
                <a:srgbClr val="8C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F9835C21-0A70-C576-382E-35D7ABBF0015}"/>
                </a:ext>
              </a:extLst>
            </p:cNvPr>
            <p:cNvSpPr/>
            <p:nvPr/>
          </p:nvSpPr>
          <p:spPr>
            <a:xfrm>
              <a:off x="3750659" y="3246120"/>
              <a:ext cx="3184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30.3</a:t>
              </a:r>
              <a:endParaRPr lang="en-US" sz="10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BE30E50A-7CFF-F122-2072-ACF00BDB614A}"/>
                </a:ext>
              </a:extLst>
            </p:cNvPr>
            <p:cNvSpPr/>
            <p:nvPr/>
          </p:nvSpPr>
          <p:spPr>
            <a:xfrm>
              <a:off x="292608" y="3849624"/>
              <a:ext cx="63684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FastSAM-s</a:t>
              </a:r>
              <a:endParaRPr lang="en-US" sz="105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FE1B70A9-AF75-627B-6B48-418BDC9133A4}"/>
                </a:ext>
              </a:extLst>
            </p:cNvPr>
            <p:cNvSpPr/>
            <p:nvPr/>
          </p:nvSpPr>
          <p:spPr>
            <a:xfrm>
              <a:off x="1012239" y="3822192"/>
              <a:ext cx="1316017" cy="237744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rgbClr val="007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7FD7694F-994A-5B3E-7C82-E76188052402}"/>
                </a:ext>
              </a:extLst>
            </p:cNvPr>
            <p:cNvSpPr/>
            <p:nvPr/>
          </p:nvSpPr>
          <p:spPr>
            <a:xfrm>
              <a:off x="3750659" y="3840480"/>
              <a:ext cx="3184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72033"/>
                  </a:solidFill>
                </a:rPr>
                <a:t>20.7</a:t>
              </a:r>
              <a:endParaRPr lang="en-US" sz="1000" b="1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C5BA875C-B926-1F22-7CE6-8E49792D1CE8}"/>
                </a:ext>
              </a:extLst>
            </p:cNvPr>
            <p:cNvSpPr/>
            <p:nvPr/>
          </p:nvSpPr>
          <p:spPr>
            <a:xfrm>
              <a:off x="292608" y="4443984"/>
              <a:ext cx="63684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FastSAM-x</a:t>
              </a:r>
              <a:endParaRPr lang="en-US" sz="105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D14BA823-7663-A42D-EA18-B13CDDDC73E2}"/>
                </a:ext>
              </a:extLst>
            </p:cNvPr>
            <p:cNvSpPr/>
            <p:nvPr/>
          </p:nvSpPr>
          <p:spPr>
            <a:xfrm>
              <a:off x="1012238" y="4416552"/>
              <a:ext cx="2416761" cy="231648"/>
            </a:xfrm>
            <a:prstGeom prst="rect">
              <a:avLst/>
            </a:prstGeom>
            <a:solidFill>
              <a:srgbClr val="8CC8E8"/>
            </a:solidFill>
            <a:ln w="12700">
              <a:solidFill>
                <a:srgbClr val="8C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E3CF9251-8C69-5EE2-CBD9-EEC213AF79D1}"/>
                </a:ext>
              </a:extLst>
            </p:cNvPr>
            <p:cNvSpPr/>
            <p:nvPr/>
          </p:nvSpPr>
          <p:spPr>
            <a:xfrm>
              <a:off x="3750659" y="4434840"/>
              <a:ext cx="3184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44.4</a:t>
              </a:r>
              <a:endParaRPr lang="en-US" sz="10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88C5AED-8E29-913A-1AD6-30C4008C2C4E}"/>
              </a:ext>
            </a:extLst>
          </p:cNvPr>
          <p:cNvGrpSpPr/>
          <p:nvPr/>
        </p:nvGrpSpPr>
        <p:grpSpPr>
          <a:xfrm>
            <a:off x="4312920" y="1473708"/>
            <a:ext cx="3639312" cy="3099816"/>
            <a:chOff x="6419088" y="1554480"/>
            <a:chExt cx="4937760" cy="3099816"/>
          </a:xfrm>
        </p:grpSpPr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D98C1C9C-5EDD-775C-9FD4-FBC2AD148F1E}"/>
                </a:ext>
              </a:extLst>
            </p:cNvPr>
            <p:cNvSpPr/>
            <p:nvPr/>
          </p:nvSpPr>
          <p:spPr>
            <a:xfrm>
              <a:off x="6537960" y="1554480"/>
              <a:ext cx="4800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172033"/>
                  </a:solidFill>
                </a:rPr>
                <a:t>VRAM Pico (MB) ↓</a:t>
              </a:r>
              <a:endParaRPr lang="en-US" sz="16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A8657E36-D43F-5CC7-A21B-D41FAD08B96C}"/>
                </a:ext>
              </a:extLst>
            </p:cNvPr>
            <p:cNvSpPr/>
            <p:nvPr/>
          </p:nvSpPr>
          <p:spPr>
            <a:xfrm>
              <a:off x="6419088" y="206654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rgbClr val="5B667A"/>
                  </a:solidFill>
                </a:rPr>
                <a:t>Geom.</a:t>
              </a:r>
              <a:endParaRPr lang="en-US" sz="105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EDD02AF4-B87B-4F6A-0D58-2730D28ADD23}"/>
                </a:ext>
              </a:extLst>
            </p:cNvPr>
            <p:cNvSpPr/>
            <p:nvPr/>
          </p:nvSpPr>
          <p:spPr>
            <a:xfrm>
              <a:off x="10920430" y="2050085"/>
              <a:ext cx="415636" cy="1609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72033"/>
                  </a:solidFill>
                </a:rPr>
                <a:t>0</a:t>
              </a:r>
              <a:endParaRPr lang="en-US" sz="1000" b="1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0DBC7362-AEF0-5D72-6071-6AE053ADBDB7}"/>
                </a:ext>
              </a:extLst>
            </p:cNvPr>
            <p:cNvSpPr/>
            <p:nvPr/>
          </p:nvSpPr>
          <p:spPr>
            <a:xfrm>
              <a:off x="6419088" y="266090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U²-Net</a:t>
              </a:r>
              <a:endParaRPr lang="en-US" sz="1050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7CC134E2-5A6C-466A-A9D3-C0E357463613}"/>
                </a:ext>
              </a:extLst>
            </p:cNvPr>
            <p:cNvSpPr/>
            <p:nvPr/>
          </p:nvSpPr>
          <p:spPr>
            <a:xfrm>
              <a:off x="7452359" y="2633472"/>
              <a:ext cx="2889400" cy="237744"/>
            </a:xfrm>
            <a:prstGeom prst="rect">
              <a:avLst/>
            </a:prstGeom>
            <a:solidFill>
              <a:srgbClr val="8FDCD4"/>
            </a:solidFill>
            <a:ln w="12700">
              <a:solidFill>
                <a:srgbClr val="8FDC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FE09F17C-0FC0-785E-69D5-DE6E6CC68C6C}"/>
                </a:ext>
              </a:extLst>
            </p:cNvPr>
            <p:cNvSpPr/>
            <p:nvPr/>
          </p:nvSpPr>
          <p:spPr>
            <a:xfrm>
              <a:off x="10899648" y="265176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329.7</a:t>
              </a:r>
              <a:endParaRPr lang="en-US" sz="10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68CF3156-53E7-4BDC-2DFD-EAAEE168670F}"/>
                </a:ext>
              </a:extLst>
            </p:cNvPr>
            <p:cNvSpPr/>
            <p:nvPr/>
          </p:nvSpPr>
          <p:spPr>
            <a:xfrm>
              <a:off x="6419088" y="325526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U²-NetP</a:t>
              </a:r>
              <a:endParaRPr lang="en-US" sz="105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4F97E2E4-0CEC-C9A8-B62E-8B70489B0798}"/>
                </a:ext>
              </a:extLst>
            </p:cNvPr>
            <p:cNvSpPr/>
            <p:nvPr/>
          </p:nvSpPr>
          <p:spPr>
            <a:xfrm>
              <a:off x="7452360" y="3227832"/>
              <a:ext cx="1437675" cy="237744"/>
            </a:xfrm>
            <a:prstGeom prst="rect">
              <a:avLst/>
            </a:prstGeom>
            <a:solidFill>
              <a:srgbClr val="8FDCD4"/>
            </a:solidFill>
            <a:ln w="12700">
              <a:solidFill>
                <a:srgbClr val="8FDC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3EDE1B3D-8E52-516A-16A4-3C2967E97D02}"/>
                </a:ext>
              </a:extLst>
            </p:cNvPr>
            <p:cNvSpPr/>
            <p:nvPr/>
          </p:nvSpPr>
          <p:spPr>
            <a:xfrm>
              <a:off x="10899648" y="324612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153.6</a:t>
              </a:r>
              <a:endParaRPr lang="en-US" sz="10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951579B7-9145-1549-22A0-613908D2C908}"/>
                </a:ext>
              </a:extLst>
            </p:cNvPr>
            <p:cNvSpPr/>
            <p:nvPr/>
          </p:nvSpPr>
          <p:spPr>
            <a:xfrm>
              <a:off x="6419088" y="384962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dirty="0" err="1">
                  <a:solidFill>
                    <a:srgbClr val="5B667A"/>
                  </a:solidFill>
                </a:rPr>
                <a:t>FastSAM</a:t>
              </a:r>
              <a:r>
                <a:rPr lang="en-US" sz="1050" dirty="0">
                  <a:solidFill>
                    <a:srgbClr val="5B667A"/>
                  </a:solidFill>
                </a:rPr>
                <a:t>-s</a:t>
              </a:r>
              <a:endParaRPr lang="en-US" sz="105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B74FD041-CEB5-50EE-D503-2A0D02D7DA3C}"/>
                </a:ext>
              </a:extLst>
            </p:cNvPr>
            <p:cNvSpPr/>
            <p:nvPr/>
          </p:nvSpPr>
          <p:spPr>
            <a:xfrm>
              <a:off x="7452360" y="3822192"/>
              <a:ext cx="375087" cy="237744"/>
            </a:xfrm>
            <a:prstGeom prst="rect">
              <a:avLst/>
            </a:prstGeom>
            <a:solidFill>
              <a:srgbClr val="8FDCD4"/>
            </a:solidFill>
            <a:ln w="12700">
              <a:solidFill>
                <a:srgbClr val="8FDC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C0FD4493-8428-122F-3910-D0E4792A9BF8}"/>
                </a:ext>
              </a:extLst>
            </p:cNvPr>
            <p:cNvSpPr/>
            <p:nvPr/>
          </p:nvSpPr>
          <p:spPr>
            <a:xfrm>
              <a:off x="10899648" y="384048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20.7</a:t>
              </a:r>
              <a:endParaRPr lang="en-US" sz="10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5A03FA75-3C41-2838-9DA1-BA3DB1BC2ACC}"/>
                </a:ext>
              </a:extLst>
            </p:cNvPr>
            <p:cNvSpPr/>
            <p:nvPr/>
          </p:nvSpPr>
          <p:spPr>
            <a:xfrm>
              <a:off x="6419088" y="444398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FastSAM-x</a:t>
              </a:r>
              <a:endParaRPr lang="en-US" sz="1050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A15309E3-FD66-AA73-759A-51AF65C1E5CE}"/>
                </a:ext>
              </a:extLst>
            </p:cNvPr>
            <p:cNvSpPr/>
            <p:nvPr/>
          </p:nvSpPr>
          <p:spPr>
            <a:xfrm>
              <a:off x="7452359" y="4416552"/>
              <a:ext cx="3103354" cy="237744"/>
            </a:xfrm>
            <a:prstGeom prst="rect">
              <a:avLst/>
            </a:prstGeom>
            <a:solidFill>
              <a:srgbClr val="8FDCD4"/>
            </a:solidFill>
            <a:ln w="12700">
              <a:solidFill>
                <a:srgbClr val="8FDC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6C8B0D3D-DF1B-C920-2C20-567CF878CF72}"/>
                </a:ext>
              </a:extLst>
            </p:cNvPr>
            <p:cNvSpPr/>
            <p:nvPr/>
          </p:nvSpPr>
          <p:spPr>
            <a:xfrm>
              <a:off x="10899648" y="443484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394.2</a:t>
              </a:r>
              <a:endParaRPr lang="en-US" sz="1000" dirty="0"/>
            </a:p>
          </p:txBody>
        </p:sp>
      </p:grpSp>
      <p:sp>
        <p:nvSpPr>
          <p:cNvPr id="40" name="Shape 38">
            <a:extLst>
              <a:ext uri="{FF2B5EF4-FFF2-40B4-BE49-F238E27FC236}">
                <a16:creationId xmlns:a16="http://schemas.microsoft.com/office/drawing/2014/main" id="{B31807F1-20C4-DBFC-394F-28AE50865E8C}"/>
              </a:ext>
            </a:extLst>
          </p:cNvPr>
          <p:cNvSpPr/>
          <p:nvPr/>
        </p:nvSpPr>
        <p:spPr>
          <a:xfrm>
            <a:off x="408016" y="5303520"/>
            <a:ext cx="1920240" cy="310896"/>
          </a:xfrm>
          <a:prstGeom prst="roundRect">
            <a:avLst>
              <a:gd name="adj" fmla="val 35294"/>
            </a:avLst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4F216E0-6EC2-18A5-CEF4-0F6C983A73EF}"/>
              </a:ext>
            </a:extLst>
          </p:cNvPr>
          <p:cNvSpPr/>
          <p:nvPr/>
        </p:nvSpPr>
        <p:spPr>
          <a:xfrm>
            <a:off x="481168" y="537667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FastSAM-x: </a:t>
            </a:r>
            <a:r>
              <a:rPr lang="en-US" sz="1000" dirty="0">
                <a:solidFill>
                  <a:srgbClr val="FFFFFF"/>
                </a:solidFill>
              </a:rPr>
              <a:t>72.23 M</a:t>
            </a:r>
            <a:endParaRPr lang="en-US" sz="10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66E79AB8-CC8C-779E-B686-7DF667EF4949}"/>
              </a:ext>
            </a:extLst>
          </p:cNvPr>
          <p:cNvSpPr/>
          <p:nvPr/>
        </p:nvSpPr>
        <p:spPr>
          <a:xfrm>
            <a:off x="2694016" y="5303520"/>
            <a:ext cx="2057400" cy="310896"/>
          </a:xfrm>
          <a:prstGeom prst="roundRect">
            <a:avLst>
              <a:gd name="adj" fmla="val 35294"/>
            </a:avLst>
          </a:prstGeom>
          <a:solidFill>
            <a:srgbClr val="1AA981"/>
          </a:solidFill>
          <a:ln w="12700">
            <a:solidFill>
              <a:srgbClr val="1AA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6CB6774-395F-7759-4B69-2D4D63261A09}"/>
              </a:ext>
            </a:extLst>
          </p:cNvPr>
          <p:cNvSpPr/>
          <p:nvPr/>
        </p:nvSpPr>
        <p:spPr>
          <a:xfrm>
            <a:off x="2767168" y="537667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Geometric: </a:t>
            </a:r>
            <a:r>
              <a:rPr lang="en-US" sz="1000" dirty="0">
                <a:solidFill>
                  <a:srgbClr val="FFFFFF"/>
                </a:solidFill>
              </a:rPr>
              <a:t>0 M</a:t>
            </a:r>
            <a:endParaRPr lang="en-US" sz="10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FD8892C-E4E9-87DA-26E2-92B0E8159855}"/>
              </a:ext>
            </a:extLst>
          </p:cNvPr>
          <p:cNvSpPr/>
          <p:nvPr/>
        </p:nvSpPr>
        <p:spPr>
          <a:xfrm>
            <a:off x="5117176" y="5312664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00B7A8"/>
          </a:solidFill>
          <a:ln w="12700">
            <a:solidFill>
              <a:srgbClr val="00B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2353D74-969C-1968-755B-BD892EDAE5B7}"/>
              </a:ext>
            </a:extLst>
          </p:cNvPr>
          <p:cNvSpPr/>
          <p:nvPr/>
        </p:nvSpPr>
        <p:spPr>
          <a:xfrm>
            <a:off x="5190328" y="5385816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</a:rPr>
              <a:t>FastSAM</a:t>
            </a:r>
            <a:r>
              <a:rPr lang="en-US" sz="1000" b="1" dirty="0">
                <a:solidFill>
                  <a:srgbClr val="FFFFFF"/>
                </a:solidFill>
              </a:rPr>
              <a:t>-s: </a:t>
            </a:r>
            <a:r>
              <a:rPr lang="en-US" sz="1000" dirty="0">
                <a:solidFill>
                  <a:srgbClr val="FFFFFF"/>
                </a:solidFill>
              </a:rPr>
              <a:t>11.79 M</a:t>
            </a:r>
            <a:endParaRPr lang="en-US" sz="10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F1D924EB-9C8F-7B2C-125C-057EA9F5F968}"/>
              </a:ext>
            </a:extLst>
          </p:cNvPr>
          <p:cNvSpPr/>
          <p:nvPr/>
        </p:nvSpPr>
        <p:spPr>
          <a:xfrm>
            <a:off x="7448896" y="530352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7857D8"/>
          </a:solidFill>
          <a:ln w="12700">
            <a:solidFill>
              <a:srgbClr val="785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9AFAE24-6105-329F-399B-3CF73C59301A}"/>
              </a:ext>
            </a:extLst>
          </p:cNvPr>
          <p:cNvSpPr/>
          <p:nvPr/>
        </p:nvSpPr>
        <p:spPr>
          <a:xfrm>
            <a:off x="7522048" y="53766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</a:t>
            </a:r>
            <a:r>
              <a:rPr lang="en-US" sz="1000" b="1" baseline="30000" dirty="0">
                <a:solidFill>
                  <a:srgbClr val="FFFFFF"/>
                </a:solidFill>
              </a:rPr>
              <a:t>2</a:t>
            </a:r>
            <a:r>
              <a:rPr lang="en-US" sz="1000" b="1" dirty="0">
                <a:solidFill>
                  <a:srgbClr val="FFFFFF"/>
                </a:solidFill>
              </a:rPr>
              <a:t>-Net: </a:t>
            </a:r>
            <a:r>
              <a:rPr lang="en-US" sz="1000" dirty="0">
                <a:solidFill>
                  <a:srgbClr val="FFFFFF"/>
                </a:solidFill>
              </a:rPr>
              <a:t>44.01 M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A666085-8BDE-AF47-31A1-6245B865F779}"/>
              </a:ext>
            </a:extLst>
          </p:cNvPr>
          <p:cNvSpPr/>
          <p:nvPr/>
        </p:nvSpPr>
        <p:spPr>
          <a:xfrm>
            <a:off x="502920" y="6053328"/>
            <a:ext cx="11183112" cy="384048"/>
          </a:xfrm>
          <a:prstGeom prst="roundRect">
            <a:avLst>
              <a:gd name="adj" fmla="val 19048"/>
            </a:avLst>
          </a:prstGeom>
          <a:solidFill>
            <a:srgbClr val="EFF8FC"/>
          </a:solidFill>
          <a:ln w="12700">
            <a:solidFill>
              <a:srgbClr val="B9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4E383B4B-3794-8218-291A-C8826E39893F}"/>
              </a:ext>
            </a:extLst>
          </p:cNvPr>
          <p:cNvSpPr/>
          <p:nvPr/>
        </p:nvSpPr>
        <p:spPr>
          <a:xfrm>
            <a:off x="713232" y="6126480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71"/>
                </a:solidFill>
              </a:rPr>
              <a:t>Análisis</a:t>
            </a:r>
            <a:r>
              <a:rPr lang="en-US" sz="1200" b="1" dirty="0">
                <a:solidFill>
                  <a:srgbClr val="003C71"/>
                </a:solidFill>
              </a:rPr>
              <a:t>: </a:t>
            </a:r>
            <a:r>
              <a:rPr lang="en-US" sz="1200" dirty="0">
                <a:solidFill>
                  <a:srgbClr val="003C71"/>
                </a:solidFill>
              </a:rPr>
              <a:t>Junto con las </a:t>
            </a:r>
            <a:r>
              <a:rPr lang="en-US" sz="1200" dirty="0" err="1">
                <a:solidFill>
                  <a:srgbClr val="003C71"/>
                </a:solidFill>
              </a:rPr>
              <a:t>métricas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anteriores</a:t>
            </a:r>
            <a:r>
              <a:rPr lang="en-US" sz="1200" dirty="0">
                <a:solidFill>
                  <a:srgbClr val="003C71"/>
                </a:solidFill>
              </a:rPr>
              <a:t>, </a:t>
            </a:r>
            <a:r>
              <a:rPr lang="en-US" sz="1200" b="1" dirty="0">
                <a:solidFill>
                  <a:srgbClr val="003C71"/>
                </a:solidFill>
              </a:rPr>
              <a:t>FastSAM-x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ofrece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una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b="1" dirty="0">
                <a:solidFill>
                  <a:srgbClr val="003C71"/>
                </a:solidFill>
              </a:rPr>
              <a:t>mayor </a:t>
            </a:r>
            <a:r>
              <a:rPr lang="en-US" sz="1200" b="1" dirty="0" err="1">
                <a:solidFill>
                  <a:srgbClr val="003C71"/>
                </a:solidFill>
              </a:rPr>
              <a:t>calidad</a:t>
            </a:r>
            <a:r>
              <a:rPr lang="en-US" sz="1200" dirty="0">
                <a:solidFill>
                  <a:srgbClr val="003C71"/>
                </a:solidFill>
              </a:rPr>
              <a:t>; </a:t>
            </a:r>
            <a:r>
              <a:rPr lang="en-US" sz="1200" b="1" dirty="0" err="1">
                <a:solidFill>
                  <a:srgbClr val="003C71"/>
                </a:solidFill>
              </a:rPr>
              <a:t>FastSAM</a:t>
            </a:r>
            <a:r>
              <a:rPr lang="en-US" sz="1200" b="1" dirty="0">
                <a:solidFill>
                  <a:srgbClr val="003C71"/>
                </a:solidFill>
              </a:rPr>
              <a:t>-s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queda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como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i="1" dirty="0">
                <a:solidFill>
                  <a:srgbClr val="003C71"/>
                </a:solidFill>
              </a:rPr>
              <a:t>fallback</a:t>
            </a:r>
            <a:r>
              <a:rPr lang="en-US" sz="1200" dirty="0">
                <a:solidFill>
                  <a:srgbClr val="003C71"/>
                </a:solidFill>
              </a:rPr>
              <a:t> </a:t>
            </a:r>
            <a:r>
              <a:rPr lang="en-US" sz="1200" dirty="0" err="1">
                <a:solidFill>
                  <a:srgbClr val="003C71"/>
                </a:solidFill>
              </a:rPr>
              <a:t>cuando</a:t>
            </a:r>
            <a:r>
              <a:rPr lang="en-US" sz="1200" dirty="0">
                <a:solidFill>
                  <a:srgbClr val="003C71"/>
                </a:solidFill>
              </a:rPr>
              <a:t> la </a:t>
            </a:r>
            <a:r>
              <a:rPr lang="en-US" sz="1200" b="1" dirty="0">
                <a:solidFill>
                  <a:srgbClr val="003C71"/>
                </a:solidFill>
              </a:rPr>
              <a:t>GPU es </a:t>
            </a:r>
            <a:r>
              <a:rPr lang="en-US" sz="1200" b="1" dirty="0" err="1">
                <a:solidFill>
                  <a:srgbClr val="003C71"/>
                </a:solidFill>
              </a:rPr>
              <a:t>limitada</a:t>
            </a:r>
            <a:r>
              <a:rPr lang="en-US" sz="1200" dirty="0">
                <a:solidFill>
                  <a:srgbClr val="003C71"/>
                </a:solidFill>
              </a:rPr>
              <a:t>.</a:t>
            </a:r>
            <a:endParaRPr lang="en-US" sz="12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117A024-3F2E-7E55-3A33-1E0D36EA3714}"/>
              </a:ext>
            </a:extLst>
          </p:cNvPr>
          <p:cNvGrpSpPr/>
          <p:nvPr/>
        </p:nvGrpSpPr>
        <p:grpSpPr>
          <a:xfrm>
            <a:off x="8161022" y="1444752"/>
            <a:ext cx="3639312" cy="3099816"/>
            <a:chOff x="6419088" y="1554480"/>
            <a:chExt cx="4937760" cy="3099816"/>
          </a:xfrm>
        </p:grpSpPr>
        <p:sp>
          <p:nvSpPr>
            <p:cNvPr id="53" name="Text 7">
              <a:extLst>
                <a:ext uri="{FF2B5EF4-FFF2-40B4-BE49-F238E27FC236}">
                  <a16:creationId xmlns:a16="http://schemas.microsoft.com/office/drawing/2014/main" id="{07D5E028-0932-4D38-4245-C29A6F8DB6EF}"/>
                </a:ext>
              </a:extLst>
            </p:cNvPr>
            <p:cNvSpPr/>
            <p:nvPr/>
          </p:nvSpPr>
          <p:spPr>
            <a:xfrm>
              <a:off x="6537960" y="1554480"/>
              <a:ext cx="4800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172033"/>
                  </a:solidFill>
                </a:rPr>
                <a:t>FPS ↑</a:t>
              </a:r>
              <a:endParaRPr lang="en-US" sz="1600" dirty="0"/>
            </a:p>
          </p:txBody>
        </p:sp>
        <p:sp>
          <p:nvSpPr>
            <p:cNvPr id="54" name="Text 11">
              <a:extLst>
                <a:ext uri="{FF2B5EF4-FFF2-40B4-BE49-F238E27FC236}">
                  <a16:creationId xmlns:a16="http://schemas.microsoft.com/office/drawing/2014/main" id="{20A61A7B-D77C-3A37-41FB-0E9395324BEE}"/>
                </a:ext>
              </a:extLst>
            </p:cNvPr>
            <p:cNvSpPr/>
            <p:nvPr/>
          </p:nvSpPr>
          <p:spPr>
            <a:xfrm>
              <a:off x="6419088" y="206654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rgbClr val="5B667A"/>
                  </a:solidFill>
                </a:rPr>
                <a:t>Geom.</a:t>
              </a:r>
              <a:endParaRPr lang="en-US" sz="1050" dirty="0"/>
            </a:p>
          </p:txBody>
        </p:sp>
        <p:sp>
          <p:nvSpPr>
            <p:cNvPr id="55" name="Shape 12">
              <a:extLst>
                <a:ext uri="{FF2B5EF4-FFF2-40B4-BE49-F238E27FC236}">
                  <a16:creationId xmlns:a16="http://schemas.microsoft.com/office/drawing/2014/main" id="{EB32FC20-43BA-BC62-3610-61DFCF6A887C}"/>
                </a:ext>
              </a:extLst>
            </p:cNvPr>
            <p:cNvSpPr/>
            <p:nvPr/>
          </p:nvSpPr>
          <p:spPr>
            <a:xfrm>
              <a:off x="7452360" y="2039112"/>
              <a:ext cx="2172183" cy="237744"/>
            </a:xfrm>
            <a:prstGeom prst="rect">
              <a:avLst/>
            </a:prstGeom>
            <a:solidFill>
              <a:srgbClr val="C796DA"/>
            </a:solidFill>
            <a:ln w="12700">
              <a:solidFill>
                <a:srgbClr val="C796D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00291A1A-B43D-82D0-0541-AAFB363F60E1}"/>
                </a:ext>
              </a:extLst>
            </p:cNvPr>
            <p:cNvSpPr/>
            <p:nvPr/>
          </p:nvSpPr>
          <p:spPr>
            <a:xfrm>
              <a:off x="10899648" y="205740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36.0</a:t>
              </a:r>
              <a:endParaRPr lang="en-US" sz="1000" dirty="0"/>
            </a:p>
          </p:txBody>
        </p:sp>
        <p:sp>
          <p:nvSpPr>
            <p:cNvPr id="57" name="Text 17">
              <a:extLst>
                <a:ext uri="{FF2B5EF4-FFF2-40B4-BE49-F238E27FC236}">
                  <a16:creationId xmlns:a16="http://schemas.microsoft.com/office/drawing/2014/main" id="{438A5FBB-E6F0-4985-6B75-AA8D72751BA7}"/>
                </a:ext>
              </a:extLst>
            </p:cNvPr>
            <p:cNvSpPr/>
            <p:nvPr/>
          </p:nvSpPr>
          <p:spPr>
            <a:xfrm>
              <a:off x="6419088" y="266090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U²-Net</a:t>
              </a:r>
              <a:endParaRPr lang="en-US" sz="1050"/>
            </a:p>
          </p:txBody>
        </p:sp>
        <p:sp>
          <p:nvSpPr>
            <p:cNvPr id="58" name="Shape 18">
              <a:extLst>
                <a:ext uri="{FF2B5EF4-FFF2-40B4-BE49-F238E27FC236}">
                  <a16:creationId xmlns:a16="http://schemas.microsoft.com/office/drawing/2014/main" id="{5BC5709E-683D-C50E-73F4-F87977EDA36A}"/>
                </a:ext>
              </a:extLst>
            </p:cNvPr>
            <p:cNvSpPr/>
            <p:nvPr/>
          </p:nvSpPr>
          <p:spPr>
            <a:xfrm>
              <a:off x="7452362" y="2633472"/>
              <a:ext cx="2249605" cy="237744"/>
            </a:xfrm>
            <a:prstGeom prst="rect">
              <a:avLst/>
            </a:prstGeom>
            <a:solidFill>
              <a:srgbClr val="C796DA"/>
            </a:solidFill>
            <a:ln w="12700">
              <a:solidFill>
                <a:srgbClr val="C796D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19">
              <a:extLst>
                <a:ext uri="{FF2B5EF4-FFF2-40B4-BE49-F238E27FC236}">
                  <a16:creationId xmlns:a16="http://schemas.microsoft.com/office/drawing/2014/main" id="{EBDBB7AA-E314-B731-70B4-129C65F4548D}"/>
                </a:ext>
              </a:extLst>
            </p:cNvPr>
            <p:cNvSpPr/>
            <p:nvPr/>
          </p:nvSpPr>
          <p:spPr>
            <a:xfrm>
              <a:off x="10899648" y="265176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38.4</a:t>
              </a:r>
              <a:endParaRPr lang="en-US" sz="1000" dirty="0"/>
            </a:p>
          </p:txBody>
        </p:sp>
        <p:sp>
          <p:nvSpPr>
            <p:cNvPr id="60" name="Text 23">
              <a:extLst>
                <a:ext uri="{FF2B5EF4-FFF2-40B4-BE49-F238E27FC236}">
                  <a16:creationId xmlns:a16="http://schemas.microsoft.com/office/drawing/2014/main" id="{3F07245A-BDBB-3888-2EDB-750A09F236BD}"/>
                </a:ext>
              </a:extLst>
            </p:cNvPr>
            <p:cNvSpPr/>
            <p:nvPr/>
          </p:nvSpPr>
          <p:spPr>
            <a:xfrm>
              <a:off x="6419088" y="325526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U²-NetP</a:t>
              </a:r>
              <a:endParaRPr lang="en-US" sz="1050"/>
            </a:p>
          </p:txBody>
        </p:sp>
        <p:sp>
          <p:nvSpPr>
            <p:cNvPr id="61" name="Shape 24">
              <a:extLst>
                <a:ext uri="{FF2B5EF4-FFF2-40B4-BE49-F238E27FC236}">
                  <a16:creationId xmlns:a16="http://schemas.microsoft.com/office/drawing/2014/main" id="{2DFCCB9D-E938-5600-98BF-CEB18B87FBD9}"/>
                </a:ext>
              </a:extLst>
            </p:cNvPr>
            <p:cNvSpPr/>
            <p:nvPr/>
          </p:nvSpPr>
          <p:spPr>
            <a:xfrm>
              <a:off x="7452359" y="3227832"/>
              <a:ext cx="2494518" cy="237744"/>
            </a:xfrm>
            <a:prstGeom prst="rect">
              <a:avLst/>
            </a:prstGeom>
            <a:solidFill>
              <a:srgbClr val="C796DA"/>
            </a:solidFill>
            <a:ln w="12700">
              <a:solidFill>
                <a:srgbClr val="C796D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25">
              <a:extLst>
                <a:ext uri="{FF2B5EF4-FFF2-40B4-BE49-F238E27FC236}">
                  <a16:creationId xmlns:a16="http://schemas.microsoft.com/office/drawing/2014/main" id="{39BC760E-A75B-26FF-84A1-A2A957F02501}"/>
                </a:ext>
              </a:extLst>
            </p:cNvPr>
            <p:cNvSpPr/>
            <p:nvPr/>
          </p:nvSpPr>
          <p:spPr>
            <a:xfrm>
              <a:off x="10899648" y="324612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43.7</a:t>
              </a:r>
              <a:endParaRPr lang="en-US" sz="1000" dirty="0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69CD355-3F12-3486-B274-4166B093E1C7}"/>
                </a:ext>
              </a:extLst>
            </p:cNvPr>
            <p:cNvSpPr/>
            <p:nvPr/>
          </p:nvSpPr>
          <p:spPr>
            <a:xfrm>
              <a:off x="6419088" y="384962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>
                  <a:solidFill>
                    <a:srgbClr val="5B667A"/>
                  </a:solidFill>
                </a:rPr>
                <a:t>FastSAM-s</a:t>
              </a:r>
              <a:endParaRPr lang="en-US" sz="1050"/>
            </a:p>
          </p:txBody>
        </p:sp>
        <p:sp>
          <p:nvSpPr>
            <p:cNvPr id="64" name="Shape 30">
              <a:extLst>
                <a:ext uri="{FF2B5EF4-FFF2-40B4-BE49-F238E27FC236}">
                  <a16:creationId xmlns:a16="http://schemas.microsoft.com/office/drawing/2014/main" id="{53CDF0DD-BEDC-DA21-138F-4586BC618433}"/>
                </a:ext>
              </a:extLst>
            </p:cNvPr>
            <p:cNvSpPr/>
            <p:nvPr/>
          </p:nvSpPr>
          <p:spPr>
            <a:xfrm>
              <a:off x="7452360" y="3822192"/>
              <a:ext cx="2953329" cy="237744"/>
            </a:xfrm>
            <a:prstGeom prst="rect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FA5C4D01-2D3C-BB0A-2E52-933830C0A388}"/>
                </a:ext>
              </a:extLst>
            </p:cNvPr>
            <p:cNvSpPr/>
            <p:nvPr/>
          </p:nvSpPr>
          <p:spPr>
            <a:xfrm>
              <a:off x="10899648" y="384048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72033"/>
                  </a:solidFill>
                </a:rPr>
                <a:t>57.4</a:t>
              </a:r>
              <a:endParaRPr lang="en-US" sz="1000" dirty="0"/>
            </a:p>
          </p:txBody>
        </p:sp>
        <p:sp>
          <p:nvSpPr>
            <p:cNvPr id="66" name="Text 35">
              <a:extLst>
                <a:ext uri="{FF2B5EF4-FFF2-40B4-BE49-F238E27FC236}">
                  <a16:creationId xmlns:a16="http://schemas.microsoft.com/office/drawing/2014/main" id="{9FFA6428-0553-FA1D-79F7-AC2A5A007728}"/>
                </a:ext>
              </a:extLst>
            </p:cNvPr>
            <p:cNvSpPr/>
            <p:nvPr/>
          </p:nvSpPr>
          <p:spPr>
            <a:xfrm>
              <a:off x="6419088" y="444398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rgbClr val="5B667A"/>
                  </a:solidFill>
                </a:rPr>
                <a:t>FastSAM-x</a:t>
              </a:r>
              <a:endParaRPr lang="en-US" sz="1050" dirty="0"/>
            </a:p>
          </p:txBody>
        </p:sp>
        <p:sp>
          <p:nvSpPr>
            <p:cNvPr id="67" name="Shape 36">
              <a:extLst>
                <a:ext uri="{FF2B5EF4-FFF2-40B4-BE49-F238E27FC236}">
                  <a16:creationId xmlns:a16="http://schemas.microsoft.com/office/drawing/2014/main" id="{65E6E67C-F742-F8C9-533D-2496CD939553}"/>
                </a:ext>
              </a:extLst>
            </p:cNvPr>
            <p:cNvSpPr/>
            <p:nvPr/>
          </p:nvSpPr>
          <p:spPr>
            <a:xfrm>
              <a:off x="7452360" y="4416552"/>
              <a:ext cx="1318068" cy="237744"/>
            </a:xfrm>
            <a:prstGeom prst="rect">
              <a:avLst/>
            </a:prstGeom>
            <a:solidFill>
              <a:srgbClr val="C796DA"/>
            </a:solidFill>
            <a:ln w="12700">
              <a:solidFill>
                <a:srgbClr val="C796D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37">
              <a:extLst>
                <a:ext uri="{FF2B5EF4-FFF2-40B4-BE49-F238E27FC236}">
                  <a16:creationId xmlns:a16="http://schemas.microsoft.com/office/drawing/2014/main" id="{C3C25AAA-43AF-390A-41D2-28D0F1961F74}"/>
                </a:ext>
              </a:extLst>
            </p:cNvPr>
            <p:cNvSpPr/>
            <p:nvPr/>
          </p:nvSpPr>
          <p:spPr>
            <a:xfrm>
              <a:off x="10899648" y="4434840"/>
              <a:ext cx="457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72033"/>
                  </a:solidFill>
                </a:rPr>
                <a:t>24.6</a:t>
              </a:r>
              <a:endParaRPr lang="en-US" sz="1000" dirty="0"/>
            </a:p>
          </p:txBody>
        </p:sp>
      </p:grpSp>
      <p:sp>
        <p:nvSpPr>
          <p:cNvPr id="72" name="Shape 44">
            <a:extLst>
              <a:ext uri="{FF2B5EF4-FFF2-40B4-BE49-F238E27FC236}">
                <a16:creationId xmlns:a16="http://schemas.microsoft.com/office/drawing/2014/main" id="{8CE70DC7-F9A0-8B78-3C11-10D954865956}"/>
              </a:ext>
            </a:extLst>
          </p:cNvPr>
          <p:cNvSpPr/>
          <p:nvPr/>
        </p:nvSpPr>
        <p:spPr>
          <a:xfrm>
            <a:off x="9782795" y="5309616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C796DA"/>
          </a:solidFill>
          <a:ln w="12700">
            <a:solidFill>
              <a:srgbClr val="C796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45">
            <a:extLst>
              <a:ext uri="{FF2B5EF4-FFF2-40B4-BE49-F238E27FC236}">
                <a16:creationId xmlns:a16="http://schemas.microsoft.com/office/drawing/2014/main" id="{B01C11F5-D78F-5004-BF33-4A73B4D6A6B0}"/>
              </a:ext>
            </a:extLst>
          </p:cNvPr>
          <p:cNvSpPr/>
          <p:nvPr/>
        </p:nvSpPr>
        <p:spPr>
          <a:xfrm>
            <a:off x="9855947" y="5382768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</a:t>
            </a:r>
            <a:r>
              <a:rPr lang="en-US" sz="1000" b="1" baseline="30000" dirty="0">
                <a:solidFill>
                  <a:srgbClr val="FFFFFF"/>
                </a:solidFill>
              </a:rPr>
              <a:t>2</a:t>
            </a:r>
            <a:r>
              <a:rPr lang="en-US" sz="1000" b="1" dirty="0">
                <a:solidFill>
                  <a:srgbClr val="FFFFFF"/>
                </a:solidFill>
              </a:rPr>
              <a:t>-NetP: </a:t>
            </a:r>
            <a:r>
              <a:rPr lang="en-US" sz="1000" dirty="0">
                <a:solidFill>
                  <a:srgbClr val="FFFFFF"/>
                </a:solidFill>
              </a:rPr>
              <a:t>1.13 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99895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3E781D-1A81-4619-CF7B-DD3140B14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441" y="-739588"/>
            <a:ext cx="12270441" cy="81354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A09200-BDB9-3A00-CC7F-37639A64AF08}"/>
              </a:ext>
            </a:extLst>
          </p:cNvPr>
          <p:cNvSpPr/>
          <p:nvPr/>
        </p:nvSpPr>
        <p:spPr>
          <a:xfrm>
            <a:off x="-341385" y="-377320"/>
            <a:ext cx="13206206" cy="8714299"/>
          </a:xfrm>
          <a:prstGeom prst="rect">
            <a:avLst/>
          </a:prstGeom>
          <a:solidFill>
            <a:srgbClr val="000000">
              <a:alpha val="4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7CA80-6DC2-F38C-E57B-8446A714CD84}"/>
              </a:ext>
            </a:extLst>
          </p:cNvPr>
          <p:cNvSpPr txBox="1"/>
          <p:nvPr/>
        </p:nvSpPr>
        <p:spPr>
          <a:xfrm>
            <a:off x="775155" y="2915445"/>
            <a:ext cx="109531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</a:rPr>
              <a:t>GRACIAS POR SU ATENCIÓN</a:t>
            </a:r>
          </a:p>
        </p:txBody>
      </p:sp>
    </p:spTree>
    <p:extLst>
      <p:ext uri="{BB962C8B-B14F-4D97-AF65-F5344CB8AC3E}">
        <p14:creationId xmlns:p14="http://schemas.microsoft.com/office/powerpoint/2010/main" val="202790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1462</Words>
  <Application>Microsoft Office PowerPoint</Application>
  <PresentationFormat>Widescreen</PresentationFormat>
  <Paragraphs>283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Supercuádricas y SuperDec para manipulación robótica</dc:title>
  <dc:subject>Avances de tesis: percepción 3D con supercuádricas</dc:subject>
  <dc:creator>Ayala Roldan, Diana</dc:creator>
  <cp:lastModifiedBy>Pina Orlaineta, Jonathan</cp:lastModifiedBy>
  <cp:revision>119</cp:revision>
  <dcterms:created xsi:type="dcterms:W3CDTF">2026-10-15T04:23:28Z</dcterms:created>
  <dcterms:modified xsi:type="dcterms:W3CDTF">2026-10-16T15:12:36Z</dcterms:modified>
</cp:coreProperties>
</file>